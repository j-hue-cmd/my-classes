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0"/>
  </p:notesMasterIdLst>
  <p:sldIdLst>
    <p:sldId id="256" r:id="rId3"/>
    <p:sldId id="259" r:id="rId4"/>
    <p:sldId id="261" r:id="rId5"/>
    <p:sldId id="262" r:id="rId6"/>
    <p:sldId id="260" r:id="rId7"/>
    <p:sldId id="264" r:id="rId8"/>
    <p:sldId id="263"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41" autoAdjust="0"/>
    <p:restoredTop sz="94660"/>
  </p:normalViewPr>
  <p:slideViewPr>
    <p:cSldViewPr>
      <p:cViewPr>
        <p:scale>
          <a:sx n="76" d="100"/>
          <a:sy n="76" d="100"/>
        </p:scale>
        <p:origin x="-1008" y="1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AD19A60-419D-48A9-8825-96E3D7117874}" type="datetimeFigureOut">
              <a:rPr lang="en-GB" smtClean="0"/>
              <a:t>23/01/2022</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8CF2587-B772-451A-AC01-518ECE3F0B8B}" type="slidenum">
              <a:rPr lang="en-GB" smtClean="0"/>
              <a:t>‹#›</a:t>
            </a:fld>
            <a:endParaRPr lang="en-GB"/>
          </a:p>
        </p:txBody>
      </p:sp>
    </p:spTree>
    <p:extLst>
      <p:ext uri="{BB962C8B-B14F-4D97-AF65-F5344CB8AC3E}">
        <p14:creationId xmlns:p14="http://schemas.microsoft.com/office/powerpoint/2010/main" val="28436288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56B73F9C-D0B7-4090-8E7D-6CDA7588A0E1}" type="datetimeFigureOut">
              <a:rPr lang="en-GB" smtClean="0"/>
              <a:t>23/01/2022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A2FF076-7E60-4B1F-B7E5-DB3CF75EF9F5}" type="slidenum">
              <a:rPr lang="en-GB" smtClean="0"/>
              <a:t>‹#›</a:t>
            </a:fld>
            <a:endParaRPr lang="en-GB"/>
          </a:p>
        </p:txBody>
      </p:sp>
    </p:spTree>
    <p:extLst>
      <p:ext uri="{BB962C8B-B14F-4D97-AF65-F5344CB8AC3E}">
        <p14:creationId xmlns:p14="http://schemas.microsoft.com/office/powerpoint/2010/main" val="3376543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56B73F9C-D0B7-4090-8E7D-6CDA7588A0E1}" type="datetimeFigureOut">
              <a:rPr lang="en-GB" smtClean="0"/>
              <a:t>23/01/2022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A2FF076-7E60-4B1F-B7E5-DB3CF75EF9F5}" type="slidenum">
              <a:rPr lang="en-GB" smtClean="0"/>
              <a:t>‹#›</a:t>
            </a:fld>
            <a:endParaRPr lang="en-GB"/>
          </a:p>
        </p:txBody>
      </p:sp>
    </p:spTree>
    <p:extLst>
      <p:ext uri="{BB962C8B-B14F-4D97-AF65-F5344CB8AC3E}">
        <p14:creationId xmlns:p14="http://schemas.microsoft.com/office/powerpoint/2010/main" val="2229245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6B73F9C-D0B7-4090-8E7D-6CDA7588A0E1}" type="datetimeFigureOut">
              <a:rPr lang="en-GB" smtClean="0"/>
              <a:t>23/01/2022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A2FF076-7E60-4B1F-B7E5-DB3CF75EF9F5}" type="slidenum">
              <a:rPr lang="en-GB" smtClean="0"/>
              <a:t>‹#›</a:t>
            </a:fld>
            <a:endParaRPr lang="en-GB"/>
          </a:p>
        </p:txBody>
      </p:sp>
    </p:spTree>
    <p:extLst>
      <p:ext uri="{BB962C8B-B14F-4D97-AF65-F5344CB8AC3E}">
        <p14:creationId xmlns:p14="http://schemas.microsoft.com/office/powerpoint/2010/main" val="28094286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56B73F9C-D0B7-4090-8E7D-6CDA7588A0E1}" type="datetimeFigureOut">
              <a:rPr lang="en-GB" smtClean="0"/>
              <a:t>23/01/2022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A2FF076-7E60-4B1F-B7E5-DB3CF75EF9F5}" type="slidenum">
              <a:rPr lang="en-GB" smtClean="0"/>
              <a:t>‹#›</a:t>
            </a:fld>
            <a:endParaRPr lang="en-GB"/>
          </a:p>
        </p:txBody>
      </p:sp>
    </p:spTree>
    <p:extLst>
      <p:ext uri="{BB962C8B-B14F-4D97-AF65-F5344CB8AC3E}">
        <p14:creationId xmlns:p14="http://schemas.microsoft.com/office/powerpoint/2010/main" val="1648165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56B73F9C-D0B7-4090-8E7D-6CDA7588A0E1}" type="datetimeFigureOut">
              <a:rPr lang="en-GB" smtClean="0"/>
              <a:t>23/01/2022</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A2FF076-7E60-4B1F-B7E5-DB3CF75EF9F5}" type="slidenum">
              <a:rPr lang="en-GB" smtClean="0"/>
              <a:t>‹#›</a:t>
            </a:fld>
            <a:endParaRPr lang="en-GB"/>
          </a:p>
        </p:txBody>
      </p:sp>
    </p:spTree>
    <p:extLst>
      <p:ext uri="{BB962C8B-B14F-4D97-AF65-F5344CB8AC3E}">
        <p14:creationId xmlns:p14="http://schemas.microsoft.com/office/powerpoint/2010/main" val="222566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56B73F9C-D0B7-4090-8E7D-6CDA7588A0E1}" type="datetimeFigureOut">
              <a:rPr lang="en-GB" smtClean="0"/>
              <a:t>23/01/2022</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A2FF076-7E60-4B1F-B7E5-DB3CF75EF9F5}" type="slidenum">
              <a:rPr lang="en-GB" smtClean="0"/>
              <a:t>‹#›</a:t>
            </a:fld>
            <a:endParaRPr lang="en-GB"/>
          </a:p>
        </p:txBody>
      </p:sp>
    </p:spTree>
    <p:extLst>
      <p:ext uri="{BB962C8B-B14F-4D97-AF65-F5344CB8AC3E}">
        <p14:creationId xmlns:p14="http://schemas.microsoft.com/office/powerpoint/2010/main" val="4071474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B73F9C-D0B7-4090-8E7D-6CDA7588A0E1}" type="datetimeFigureOut">
              <a:rPr lang="en-GB" smtClean="0"/>
              <a:t>23/01/2022</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5A2FF076-7E60-4B1F-B7E5-DB3CF75EF9F5}" type="slidenum">
              <a:rPr lang="en-GB" smtClean="0"/>
              <a:t>‹#›</a:t>
            </a:fld>
            <a:endParaRPr lang="en-GB"/>
          </a:p>
        </p:txBody>
      </p:sp>
    </p:spTree>
    <p:extLst>
      <p:ext uri="{BB962C8B-B14F-4D97-AF65-F5344CB8AC3E}">
        <p14:creationId xmlns:p14="http://schemas.microsoft.com/office/powerpoint/2010/main" val="3187008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6B73F9C-D0B7-4090-8E7D-6CDA7588A0E1}" type="datetimeFigureOut">
              <a:rPr lang="en-GB" smtClean="0"/>
              <a:t>23/01/2022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A2FF076-7E60-4B1F-B7E5-DB3CF75EF9F5}" type="slidenum">
              <a:rPr lang="en-GB" smtClean="0"/>
              <a:t>‹#›</a:t>
            </a:fld>
            <a:endParaRPr lang="en-GB"/>
          </a:p>
        </p:txBody>
      </p:sp>
    </p:spTree>
    <p:extLst>
      <p:ext uri="{BB962C8B-B14F-4D97-AF65-F5344CB8AC3E}">
        <p14:creationId xmlns:p14="http://schemas.microsoft.com/office/powerpoint/2010/main" val="2445114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6B73F9C-D0B7-4090-8E7D-6CDA7588A0E1}" type="datetimeFigureOut">
              <a:rPr lang="en-GB" smtClean="0"/>
              <a:t>23/01/2022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A2FF076-7E60-4B1F-B7E5-DB3CF75EF9F5}" type="slidenum">
              <a:rPr lang="en-GB" smtClean="0"/>
              <a:t>‹#›</a:t>
            </a:fld>
            <a:endParaRPr lang="en-GB"/>
          </a:p>
        </p:txBody>
      </p:sp>
    </p:spTree>
    <p:extLst>
      <p:ext uri="{BB962C8B-B14F-4D97-AF65-F5344CB8AC3E}">
        <p14:creationId xmlns:p14="http://schemas.microsoft.com/office/powerpoint/2010/main" val="2252650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56B73F9C-D0B7-4090-8E7D-6CDA7588A0E1}" type="datetimeFigureOut">
              <a:rPr lang="en-GB" smtClean="0"/>
              <a:t>23/01/2022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A2FF076-7E60-4B1F-B7E5-DB3CF75EF9F5}" type="slidenum">
              <a:rPr lang="en-GB" smtClean="0"/>
              <a:t>‹#›</a:t>
            </a:fld>
            <a:endParaRPr lang="en-GB"/>
          </a:p>
        </p:txBody>
      </p:sp>
    </p:spTree>
    <p:extLst>
      <p:ext uri="{BB962C8B-B14F-4D97-AF65-F5344CB8AC3E}">
        <p14:creationId xmlns:p14="http://schemas.microsoft.com/office/powerpoint/2010/main" val="2687587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56B73F9C-D0B7-4090-8E7D-6CDA7588A0E1}" type="datetimeFigureOut">
              <a:rPr lang="en-GB" smtClean="0"/>
              <a:t>23/01/2022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A2FF076-7E60-4B1F-B7E5-DB3CF75EF9F5}" type="slidenum">
              <a:rPr lang="en-GB" smtClean="0"/>
              <a:t>‹#›</a:t>
            </a:fld>
            <a:endParaRPr lang="en-GB"/>
          </a:p>
        </p:txBody>
      </p:sp>
    </p:spTree>
    <p:extLst>
      <p:ext uri="{BB962C8B-B14F-4D97-AF65-F5344CB8AC3E}">
        <p14:creationId xmlns:p14="http://schemas.microsoft.com/office/powerpoint/2010/main" val="32709091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DFDCB7"/>
                </a:solidFill>
              </a:rPr>
              <a:pPr/>
              <a:t>1/23/2022</a:t>
            </a:fld>
            <a:endParaRPr lang="en-US">
              <a:solidFill>
                <a:srgbClr val="DFDCB7"/>
              </a:solidFill>
            </a:endParaRPr>
          </a:p>
        </p:txBody>
      </p:sp>
      <p:sp>
        <p:nvSpPr>
          <p:cNvPr id="5" name="Footer Placeholder 4"/>
          <p:cNvSpPr>
            <a:spLocks noGrp="1"/>
          </p:cNvSpPr>
          <p:nvPr>
            <p:ph type="ftr" sz="quarter" idx="11"/>
          </p:nvPr>
        </p:nvSpPr>
        <p:spPr/>
        <p:txBody>
          <a:bodyPr/>
          <a:lstStyle/>
          <a:p>
            <a:endParaRPr lang="en-US">
              <a:solidFill>
                <a:srgbClr val="DFDCB7"/>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622224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DFDCB7"/>
                </a:solidFill>
              </a:rPr>
              <a:pPr/>
              <a:t>1/23/2022</a:t>
            </a:fld>
            <a:endParaRPr lang="en-US">
              <a:solidFill>
                <a:srgbClr val="DFDCB7"/>
              </a:solidFill>
            </a:endParaRPr>
          </a:p>
        </p:txBody>
      </p:sp>
      <p:sp>
        <p:nvSpPr>
          <p:cNvPr id="5" name="Footer Placeholder 4"/>
          <p:cNvSpPr>
            <a:spLocks noGrp="1"/>
          </p:cNvSpPr>
          <p:nvPr>
            <p:ph type="ftr" sz="quarter" idx="11"/>
          </p:nvPr>
        </p:nvSpPr>
        <p:spPr/>
        <p:txBody>
          <a:bodyPr/>
          <a:lstStyle/>
          <a:p>
            <a:endParaRPr lang="en-US">
              <a:solidFill>
                <a:srgbClr val="DFDCB7"/>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017444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DFDCB7"/>
                </a:solidFill>
              </a:rPr>
              <a:pPr/>
              <a:t>1/23/2022</a:t>
            </a:fld>
            <a:endParaRPr lang="en-US">
              <a:solidFill>
                <a:srgbClr val="DFDCB7"/>
              </a:solidFill>
            </a:endParaRPr>
          </a:p>
        </p:txBody>
      </p:sp>
      <p:sp>
        <p:nvSpPr>
          <p:cNvPr id="5" name="Footer Placeholder 4"/>
          <p:cNvSpPr>
            <a:spLocks noGrp="1"/>
          </p:cNvSpPr>
          <p:nvPr>
            <p:ph type="ftr" sz="quarter" idx="11"/>
          </p:nvPr>
        </p:nvSpPr>
        <p:spPr/>
        <p:txBody>
          <a:bodyPr/>
          <a:lstStyle/>
          <a:p>
            <a:endParaRPr lang="en-US">
              <a:solidFill>
                <a:srgbClr val="DFDCB7"/>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599455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solidFill>
                  <a:srgbClr val="DFDCB7"/>
                </a:solidFill>
              </a:rPr>
              <a:pPr/>
              <a:t>1/23/2022</a:t>
            </a:fld>
            <a:endParaRPr lang="en-US">
              <a:solidFill>
                <a:srgbClr val="DFDCB7"/>
              </a:solidFill>
            </a:endParaRPr>
          </a:p>
        </p:txBody>
      </p:sp>
      <p:sp>
        <p:nvSpPr>
          <p:cNvPr id="6" name="Footer Placeholder 5"/>
          <p:cNvSpPr>
            <a:spLocks noGrp="1"/>
          </p:cNvSpPr>
          <p:nvPr>
            <p:ph type="ftr" sz="quarter" idx="11"/>
          </p:nvPr>
        </p:nvSpPr>
        <p:spPr/>
        <p:txBody>
          <a:bodyPr/>
          <a:lstStyle/>
          <a:p>
            <a:endParaRPr lang="en-US">
              <a:solidFill>
                <a:srgbClr val="DFDCB7"/>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276875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solidFill>
                  <a:srgbClr val="DFDCB7"/>
                </a:solidFill>
              </a:rPr>
              <a:pPr/>
              <a:t>1/23/2022</a:t>
            </a:fld>
            <a:endParaRPr lang="en-US">
              <a:solidFill>
                <a:srgbClr val="DFDCB7"/>
              </a:solidFill>
            </a:endParaRPr>
          </a:p>
        </p:txBody>
      </p:sp>
      <p:sp>
        <p:nvSpPr>
          <p:cNvPr id="8" name="Footer Placeholder 7"/>
          <p:cNvSpPr>
            <a:spLocks noGrp="1"/>
          </p:cNvSpPr>
          <p:nvPr>
            <p:ph type="ftr" sz="quarter" idx="11"/>
          </p:nvPr>
        </p:nvSpPr>
        <p:spPr/>
        <p:txBody>
          <a:bodyPr/>
          <a:lstStyle/>
          <a:p>
            <a:endParaRPr lang="en-US">
              <a:solidFill>
                <a:srgbClr val="DFDCB7"/>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97139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solidFill>
                  <a:srgbClr val="DFDCB7"/>
                </a:solidFill>
              </a:rPr>
              <a:pPr/>
              <a:t>1/23/2022</a:t>
            </a:fld>
            <a:endParaRPr lang="en-US">
              <a:solidFill>
                <a:srgbClr val="DFDCB7"/>
              </a:solidFill>
            </a:endParaRPr>
          </a:p>
        </p:txBody>
      </p:sp>
      <p:sp>
        <p:nvSpPr>
          <p:cNvPr id="4" name="Footer Placeholder 3"/>
          <p:cNvSpPr>
            <a:spLocks noGrp="1"/>
          </p:cNvSpPr>
          <p:nvPr>
            <p:ph type="ftr" sz="quarter" idx="11"/>
          </p:nvPr>
        </p:nvSpPr>
        <p:spPr/>
        <p:txBody>
          <a:bodyPr/>
          <a:lstStyle/>
          <a:p>
            <a:endParaRPr lang="en-US">
              <a:solidFill>
                <a:srgbClr val="DFDCB7"/>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169642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srgbClr val="DFDCB7"/>
                </a:solidFill>
              </a:rPr>
              <a:pPr/>
              <a:t>1/23/2022</a:t>
            </a:fld>
            <a:endParaRPr lang="en-US">
              <a:solidFill>
                <a:srgbClr val="DFDCB7"/>
              </a:solidFill>
            </a:endParaRPr>
          </a:p>
        </p:txBody>
      </p:sp>
      <p:sp>
        <p:nvSpPr>
          <p:cNvPr id="3" name="Footer Placeholder 2"/>
          <p:cNvSpPr>
            <a:spLocks noGrp="1"/>
          </p:cNvSpPr>
          <p:nvPr>
            <p:ph type="ftr" sz="quarter" idx="11"/>
          </p:nvPr>
        </p:nvSpPr>
        <p:spPr/>
        <p:txBody>
          <a:bodyPr/>
          <a:lstStyle/>
          <a:p>
            <a:endParaRPr lang="en-US">
              <a:solidFill>
                <a:srgbClr val="DFDCB7"/>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267972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smtClean="0"/>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srgbClr val="DFDCB7"/>
                </a:solidFill>
              </a:rPr>
              <a:pPr/>
              <a:t>1/23/2022</a:t>
            </a:fld>
            <a:endParaRPr lang="en-US">
              <a:solidFill>
                <a:srgbClr val="DFDCB7"/>
              </a:solidFill>
            </a:endParaRPr>
          </a:p>
        </p:txBody>
      </p:sp>
      <p:sp>
        <p:nvSpPr>
          <p:cNvPr id="6" name="Footer Placeholder 5"/>
          <p:cNvSpPr>
            <a:spLocks noGrp="1"/>
          </p:cNvSpPr>
          <p:nvPr>
            <p:ph type="ftr" sz="quarter" idx="11"/>
          </p:nvPr>
        </p:nvSpPr>
        <p:spPr/>
        <p:txBody>
          <a:bodyPr/>
          <a:lstStyle/>
          <a:p>
            <a:endParaRPr lang="en-US">
              <a:solidFill>
                <a:srgbClr val="DFDCB7"/>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304800" y="381000"/>
            <a:ext cx="7772400" cy="494284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2441681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smtClean="0"/>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7"/>
          <p:cNvSpPr>
            <a:spLocks noGrp="1"/>
          </p:cNvSpPr>
          <p:nvPr>
            <p:ph type="dt" sz="half" idx="10"/>
          </p:nvPr>
        </p:nvSpPr>
        <p:spPr/>
        <p:txBody>
          <a:bodyPr/>
          <a:lstStyle/>
          <a:p>
            <a:fld id="{1D8BD707-D9CF-40AE-B4C6-C98DA3205C09}" type="datetimeFigureOut">
              <a:rPr lang="en-US" smtClean="0">
                <a:solidFill>
                  <a:srgbClr val="DFDCB7"/>
                </a:solidFill>
              </a:rPr>
              <a:pPr/>
              <a:t>1/23/2022</a:t>
            </a:fld>
            <a:endParaRPr lang="en-US">
              <a:solidFill>
                <a:srgbClr val="DFDCB7"/>
              </a:solidFill>
            </a:endParaRPr>
          </a:p>
        </p:txBody>
      </p:sp>
      <p:sp>
        <p:nvSpPr>
          <p:cNvPr id="9" name="Slide Number Placeholder 8"/>
          <p:cNvSpPr>
            <a:spLocks noGrp="1"/>
          </p:cNvSpPr>
          <p:nvPr>
            <p:ph type="sldNum" sz="quarter" idx="11"/>
          </p:nvPr>
        </p:nvSpPr>
        <p:spPr/>
        <p:txBody>
          <a:bodyPr/>
          <a:lstStyle/>
          <a:p>
            <a:fld id="{B6F15528-21DE-4FAA-801E-634DDDAF4B2B}" type="slidenum">
              <a:rPr lang="en-US" smtClean="0"/>
              <a:pPr/>
              <a:t>‹#›</a:t>
            </a:fld>
            <a:endParaRPr lang="en-US"/>
          </a:p>
        </p:txBody>
      </p:sp>
      <p:sp>
        <p:nvSpPr>
          <p:cNvPr id="10" name="Footer Placeholder 9"/>
          <p:cNvSpPr>
            <a:spLocks noGrp="1"/>
          </p:cNvSpPr>
          <p:nvPr>
            <p:ph type="ftr" sz="quarter" idx="12"/>
          </p:nvPr>
        </p:nvSpPr>
        <p:spPr/>
        <p:txBody>
          <a:bodyPr/>
          <a:lstStyle/>
          <a:p>
            <a:endParaRPr lang="en-US">
              <a:solidFill>
                <a:srgbClr val="DFDCB7"/>
              </a:solidFill>
            </a:endParaRPr>
          </a:p>
        </p:txBody>
      </p:sp>
    </p:spTree>
    <p:extLst>
      <p:ext uri="{BB962C8B-B14F-4D97-AF65-F5344CB8AC3E}">
        <p14:creationId xmlns:p14="http://schemas.microsoft.com/office/powerpoint/2010/main" val="42824319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DFDCB7"/>
                </a:solidFill>
              </a:rPr>
              <a:pPr/>
              <a:t>1/23/2022</a:t>
            </a:fld>
            <a:endParaRPr lang="en-US">
              <a:solidFill>
                <a:srgbClr val="DFDCB7"/>
              </a:solidFill>
            </a:endParaRPr>
          </a:p>
        </p:txBody>
      </p:sp>
      <p:sp>
        <p:nvSpPr>
          <p:cNvPr id="5" name="Footer Placeholder 4"/>
          <p:cNvSpPr>
            <a:spLocks noGrp="1"/>
          </p:cNvSpPr>
          <p:nvPr>
            <p:ph type="ftr" sz="quarter" idx="11"/>
          </p:nvPr>
        </p:nvSpPr>
        <p:spPr/>
        <p:txBody>
          <a:bodyPr/>
          <a:lstStyle/>
          <a:p>
            <a:endParaRPr lang="en-US">
              <a:solidFill>
                <a:srgbClr val="DFDCB7"/>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379686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DFDCB7"/>
                </a:solidFill>
              </a:rPr>
              <a:pPr/>
              <a:t>1/23/2022</a:t>
            </a:fld>
            <a:endParaRPr lang="en-US">
              <a:solidFill>
                <a:srgbClr val="DFDCB7"/>
              </a:solidFill>
            </a:endParaRPr>
          </a:p>
        </p:txBody>
      </p:sp>
      <p:sp>
        <p:nvSpPr>
          <p:cNvPr id="5" name="Footer Placeholder 4"/>
          <p:cNvSpPr>
            <a:spLocks noGrp="1"/>
          </p:cNvSpPr>
          <p:nvPr>
            <p:ph type="ftr" sz="quarter" idx="11"/>
          </p:nvPr>
        </p:nvSpPr>
        <p:spPr/>
        <p:txBody>
          <a:bodyPr/>
          <a:lstStyle/>
          <a:p>
            <a:endParaRPr lang="en-US">
              <a:solidFill>
                <a:srgbClr val="DFDCB7"/>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70272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B73F9C-D0B7-4090-8E7D-6CDA7588A0E1}" type="datetimeFigureOut">
              <a:rPr lang="en-GB" smtClean="0"/>
              <a:t>23/01/2022</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2FF076-7E60-4B1F-B7E5-DB3CF75EF9F5}" type="slidenum">
              <a:rPr lang="en-GB" smtClean="0"/>
              <a:t>‹#›</a:t>
            </a:fld>
            <a:endParaRPr lang="en-GB"/>
          </a:p>
        </p:txBody>
      </p:sp>
    </p:spTree>
    <p:extLst>
      <p:ext uri="{BB962C8B-B14F-4D97-AF65-F5344CB8AC3E}">
        <p14:creationId xmlns:p14="http://schemas.microsoft.com/office/powerpoint/2010/main" val="30226502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B6F15528-21DE-4FAA-801E-634DDDAF4B2B}" type="slidenum">
              <a:rPr lang="en-US" smtClean="0"/>
              <a:pPr/>
              <a:t>‹#›</a:t>
            </a:fld>
            <a:endParaRPr lang="en-US"/>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US">
              <a:solidFill>
                <a:srgbClr val="DFDCB7"/>
              </a:solidFill>
            </a:endParaRPr>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1D8BD707-D9CF-40AE-B4C6-C98DA3205C09}" type="datetimeFigureOut">
              <a:rPr lang="en-US" smtClean="0">
                <a:solidFill>
                  <a:srgbClr val="DFDCB7"/>
                </a:solidFill>
              </a:rPr>
              <a:pPr/>
              <a:t>1/23/2022</a:t>
            </a:fld>
            <a:endParaRPr lang="en-US">
              <a:solidFill>
                <a:srgbClr val="DFDCB7"/>
              </a:solidFill>
            </a:endParaRPr>
          </a:p>
        </p:txBody>
      </p:sp>
    </p:spTree>
    <p:extLst>
      <p:ext uri="{BB962C8B-B14F-4D97-AF65-F5344CB8AC3E}">
        <p14:creationId xmlns:p14="http://schemas.microsoft.com/office/powerpoint/2010/main" val="603633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a:spLocks noGrp="1"/>
          </p:cNvSpPr>
          <p:nvPr>
            <p:ph type="subTitle" idx="1"/>
          </p:nvPr>
        </p:nvSpPr>
        <p:spPr>
          <a:xfrm>
            <a:off x="1371600" y="4293096"/>
            <a:ext cx="6400800" cy="1345704"/>
          </a:xfrm>
        </p:spPr>
        <p:txBody>
          <a:bodyPr/>
          <a:lstStyle/>
          <a:p>
            <a:r>
              <a:rPr lang="en-GB" dirty="0" smtClean="0"/>
              <a:t>Lecture ten</a:t>
            </a:r>
            <a:endParaRPr lang="en-GB" dirty="0"/>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2626" y="692696"/>
            <a:ext cx="7010399" cy="174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p:txBody>
          <a:bodyPr/>
          <a:lstStyle/>
          <a:p>
            <a:endParaRPr lang="en-US"/>
          </a:p>
        </p:txBody>
      </p:sp>
    </p:spTree>
    <p:extLst>
      <p:ext uri="{BB962C8B-B14F-4D97-AF65-F5344CB8AC3E}">
        <p14:creationId xmlns:p14="http://schemas.microsoft.com/office/powerpoint/2010/main" val="23226894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260648"/>
            <a:ext cx="8280920" cy="1143000"/>
          </a:xfrm>
        </p:spPr>
        <p:txBody>
          <a:bodyPr/>
          <a:lstStyle/>
          <a:p>
            <a:r>
              <a:rPr lang="en-US" sz="4000" b="1" dirty="0"/>
              <a:t>A</a:t>
            </a:r>
            <a:r>
              <a:rPr lang="en-US" sz="4000" b="1" baseline="30000" dirty="0"/>
              <a:t>*</a:t>
            </a:r>
            <a:r>
              <a:rPr lang="en-US" sz="4000" b="1" dirty="0"/>
              <a:t> algorithm</a:t>
            </a:r>
            <a:endParaRPr lang="en-GB" sz="4000" b="1" dirty="0"/>
          </a:p>
        </p:txBody>
      </p:sp>
      <p:sp>
        <p:nvSpPr>
          <p:cNvPr id="3" name="Content Placeholder 2"/>
          <p:cNvSpPr>
            <a:spLocks noGrp="1"/>
          </p:cNvSpPr>
          <p:nvPr>
            <p:ph idx="1"/>
          </p:nvPr>
        </p:nvSpPr>
        <p:spPr>
          <a:xfrm>
            <a:off x="457200" y="1340768"/>
            <a:ext cx="7859216" cy="5060032"/>
          </a:xfrm>
        </p:spPr>
        <p:txBody>
          <a:bodyPr>
            <a:normAutofit fontScale="92500" lnSpcReduction="20000"/>
          </a:bodyPr>
          <a:lstStyle/>
          <a:p>
            <a:pPr marL="114300" indent="0" algn="just">
              <a:buNone/>
            </a:pPr>
            <a:r>
              <a:rPr lang="en-GB" sz="2800" dirty="0"/>
              <a:t>It is an advanced BFS algorithm that searches for shorter paths first rather than the longer paths. A* is optimal as well as a complete algorithm.</a:t>
            </a:r>
          </a:p>
          <a:p>
            <a:pPr marL="114300" indent="0" algn="just">
              <a:buNone/>
            </a:pPr>
            <a:endParaRPr lang="en-GB" sz="2800" dirty="0"/>
          </a:p>
          <a:p>
            <a:pPr marL="114300" indent="0" algn="just">
              <a:buNone/>
            </a:pPr>
            <a:r>
              <a:rPr lang="en-GB" sz="2800" dirty="0" smtClean="0"/>
              <a:t>Optimal </a:t>
            </a:r>
            <a:r>
              <a:rPr lang="en-GB" sz="2800" dirty="0"/>
              <a:t>meaning that A* is sure to find the least cost from the source to the destination and Complete meaning that it is going to find all the paths that are available to us from the source to the destination.</a:t>
            </a:r>
          </a:p>
          <a:p>
            <a:pPr marL="114300" indent="0" algn="just">
              <a:buNone/>
            </a:pPr>
            <a:endParaRPr lang="en-GB" sz="2800" dirty="0"/>
          </a:p>
          <a:p>
            <a:pPr marL="114300" indent="0" algn="just">
              <a:buNone/>
            </a:pPr>
            <a:r>
              <a:rPr lang="en-GB" sz="2800" dirty="0"/>
              <a:t>in most </a:t>
            </a:r>
            <a:r>
              <a:rPr lang="en-GB" sz="2800" dirty="0" smtClean="0"/>
              <a:t>cases A</a:t>
            </a:r>
            <a:r>
              <a:rPr lang="en-GB" sz="2800" dirty="0"/>
              <a:t>* the best </a:t>
            </a:r>
            <a:r>
              <a:rPr lang="en-GB" sz="2800" dirty="0" smtClean="0"/>
              <a:t>algorithm. </a:t>
            </a:r>
            <a:r>
              <a:rPr lang="en-GB" sz="2800" dirty="0"/>
              <a:t>But A* is slow and also the space it requires is a lot as it saves all the possible paths that are available to us. This makes other faster algorithms have an upper hand over A* but it is nevertheless, one of the best algorithms out there.</a:t>
            </a:r>
          </a:p>
        </p:txBody>
      </p:sp>
    </p:spTree>
    <p:extLst>
      <p:ext uri="{BB962C8B-B14F-4D97-AF65-F5344CB8AC3E}">
        <p14:creationId xmlns:p14="http://schemas.microsoft.com/office/powerpoint/2010/main" val="2211507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188640"/>
            <a:ext cx="7620000" cy="1143000"/>
          </a:xfrm>
        </p:spPr>
        <p:txBody>
          <a:bodyPr/>
          <a:lstStyle/>
          <a:p>
            <a:r>
              <a:rPr lang="en-GB" sz="3200" dirty="0"/>
              <a:t/>
            </a:r>
            <a:br>
              <a:rPr lang="en-GB" sz="3200" dirty="0"/>
            </a:br>
            <a:r>
              <a:rPr lang="en-GB" sz="3200" b="1" dirty="0"/>
              <a:t>A* </a:t>
            </a:r>
            <a:r>
              <a:rPr lang="en-GB" sz="3200" b="1" dirty="0" smtClean="0"/>
              <a:t>Algorithm:</a:t>
            </a:r>
            <a:r>
              <a:rPr lang="en-GB" sz="3200" dirty="0"/>
              <a:t/>
            </a:r>
            <a:br>
              <a:rPr lang="en-GB" sz="3200" dirty="0"/>
            </a:br>
            <a:endParaRPr lang="en-GB" sz="3200" dirty="0"/>
          </a:p>
        </p:txBody>
      </p:sp>
      <p:sp>
        <p:nvSpPr>
          <p:cNvPr id="3" name="Content Placeholder 2"/>
          <p:cNvSpPr>
            <a:spLocks noGrp="1"/>
          </p:cNvSpPr>
          <p:nvPr>
            <p:ph idx="1"/>
          </p:nvPr>
        </p:nvSpPr>
        <p:spPr>
          <a:xfrm>
            <a:off x="107504" y="1268760"/>
            <a:ext cx="8280920" cy="5589240"/>
          </a:xfrm>
        </p:spPr>
        <p:txBody>
          <a:bodyPr>
            <a:noAutofit/>
          </a:bodyPr>
          <a:lstStyle/>
          <a:p>
            <a:r>
              <a:rPr lang="en-GB" dirty="0" smtClean="0"/>
              <a:t>Add </a:t>
            </a:r>
            <a:r>
              <a:rPr lang="en-GB" dirty="0"/>
              <a:t>start node to list</a:t>
            </a:r>
          </a:p>
          <a:p>
            <a:r>
              <a:rPr lang="en-GB" dirty="0"/>
              <a:t>For all the neighbouring nodes, find the least cost F node</a:t>
            </a:r>
          </a:p>
          <a:p>
            <a:r>
              <a:rPr lang="en-GB" dirty="0"/>
              <a:t>Switch to the closed list</a:t>
            </a:r>
          </a:p>
          <a:p>
            <a:pPr lvl="1"/>
            <a:r>
              <a:rPr lang="en-GB" dirty="0"/>
              <a:t>For 8 nodes adjacent to the current node</a:t>
            </a:r>
          </a:p>
          <a:p>
            <a:pPr lvl="1"/>
            <a:r>
              <a:rPr lang="en-GB" dirty="0"/>
              <a:t>If the node is not reachable, ignore it. Else</a:t>
            </a:r>
          </a:p>
          <a:p>
            <a:pPr lvl="2"/>
            <a:r>
              <a:rPr lang="en-GB" dirty="0"/>
              <a:t>If the node is not on the open list, move it to the open list and calculate f, g, h.</a:t>
            </a:r>
          </a:p>
          <a:p>
            <a:pPr lvl="2"/>
            <a:r>
              <a:rPr lang="en-GB" dirty="0"/>
              <a:t>If the node is on the open list, check if the path it offers is less than the current path and change to it if it does so.</a:t>
            </a:r>
          </a:p>
          <a:p>
            <a:r>
              <a:rPr lang="en-GB" dirty="0"/>
              <a:t>Stop working when</a:t>
            </a:r>
          </a:p>
          <a:p>
            <a:pPr lvl="1"/>
            <a:r>
              <a:rPr lang="en-GB" dirty="0"/>
              <a:t>You find the destination</a:t>
            </a:r>
          </a:p>
          <a:p>
            <a:pPr lvl="1"/>
            <a:r>
              <a:rPr lang="en-GB" dirty="0"/>
              <a:t>You cannot find the destination going through all possible points</a:t>
            </a:r>
          </a:p>
        </p:txBody>
      </p:sp>
    </p:spTree>
    <p:extLst>
      <p:ext uri="{BB962C8B-B14F-4D97-AF65-F5344CB8AC3E}">
        <p14:creationId xmlns:p14="http://schemas.microsoft.com/office/powerpoint/2010/main" val="2317422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648"/>
            <a:ext cx="7620000" cy="6140152"/>
          </a:xfrm>
        </p:spPr>
        <p:txBody>
          <a:bodyPr>
            <a:normAutofit/>
          </a:bodyPr>
          <a:lstStyle/>
          <a:p>
            <a:pPr marL="114300" indent="0">
              <a:buNone/>
            </a:pPr>
            <a:r>
              <a:rPr lang="en-US" sz="2800" b="1" dirty="0"/>
              <a:t>Heuristic </a:t>
            </a:r>
            <a:r>
              <a:rPr lang="en-US" sz="2800" b="1" dirty="0" smtClean="0"/>
              <a:t>Function </a:t>
            </a:r>
            <a:r>
              <a:rPr lang="en-US" sz="2800" dirty="0" smtClean="0"/>
              <a:t>Is </a:t>
            </a:r>
            <a:r>
              <a:rPr lang="en-US" sz="2800" dirty="0"/>
              <a:t>a function that maps from problem state descriptions to measures of desirability, usually represented as numbers. </a:t>
            </a:r>
            <a:endParaRPr lang="en-GB" sz="2800" dirty="0"/>
          </a:p>
          <a:p>
            <a:pPr marL="114300" indent="0">
              <a:buNone/>
            </a:pPr>
            <a:r>
              <a:rPr lang="en-US" sz="2800" dirty="0"/>
              <a:t> </a:t>
            </a:r>
            <a:endParaRPr lang="en-GB" sz="2800" dirty="0"/>
          </a:p>
          <a:p>
            <a:pPr marL="114300" indent="0">
              <a:buNone/>
            </a:pPr>
            <a:r>
              <a:rPr lang="en-US" sz="2800" dirty="0"/>
              <a:t>The function F can be constructed as the sum of two terms:</a:t>
            </a:r>
            <a:endParaRPr lang="en-GB" sz="2800" dirty="0"/>
          </a:p>
          <a:p>
            <a:pPr marL="114300" indent="0">
              <a:buNone/>
            </a:pPr>
            <a:r>
              <a:rPr lang="en-US" sz="2800" dirty="0"/>
              <a:t>f(n) = g(n) + h(n)</a:t>
            </a:r>
            <a:endParaRPr lang="en-GB" sz="2800" dirty="0"/>
          </a:p>
          <a:p>
            <a:pPr marL="114300" indent="0">
              <a:buNone/>
            </a:pPr>
            <a:r>
              <a:rPr lang="en-US" sz="2800" dirty="0"/>
              <a:t>where g(n) measures the actual length of the path from any state n to the start state, and,</a:t>
            </a:r>
            <a:endParaRPr lang="en-GB" sz="2800" dirty="0"/>
          </a:p>
          <a:p>
            <a:pPr marL="114300" indent="0">
              <a:buNone/>
            </a:pPr>
            <a:r>
              <a:rPr lang="en-US" sz="2800" dirty="0"/>
              <a:t>h(n) is the heuristic estimate of the distance from state n to a goal.</a:t>
            </a:r>
            <a:endParaRPr lang="en-GB" sz="2800" dirty="0"/>
          </a:p>
          <a:p>
            <a:pPr marL="114300" indent="0">
              <a:buNone/>
            </a:pPr>
            <a:endParaRPr lang="en-GB" sz="2800" dirty="0"/>
          </a:p>
        </p:txBody>
      </p:sp>
    </p:spTree>
    <p:extLst>
      <p:ext uri="{BB962C8B-B14F-4D97-AF65-F5344CB8AC3E}">
        <p14:creationId xmlns:p14="http://schemas.microsoft.com/office/powerpoint/2010/main" val="41666692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0" y="685800"/>
            <a:ext cx="7162800" cy="461665"/>
          </a:xfrm>
          <a:prstGeom prst="rect">
            <a:avLst/>
          </a:prstGeom>
        </p:spPr>
        <p:txBody>
          <a:bodyPr wrap="square">
            <a:spAutoFit/>
          </a:bodyPr>
          <a:lstStyle/>
          <a:p>
            <a:r>
              <a:rPr lang="en-GB" sz="2400" dirty="0" smtClean="0">
                <a:solidFill>
                  <a:srgbClr val="2F2B20"/>
                </a:solidFill>
              </a:rPr>
              <a:t>A* algorithm </a:t>
            </a:r>
            <a:endParaRPr lang="en-GB" sz="2400" dirty="0">
              <a:solidFill>
                <a:srgbClr val="2F2B20"/>
              </a:solidFill>
            </a:endParaRPr>
          </a:p>
        </p:txBody>
      </p:sp>
      <p:pic>
        <p:nvPicPr>
          <p:cNvPr id="1026" name="Picture 2" descr="E:\AI-last ver\A-star-fig.bmp"/>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7918" y="1147465"/>
            <a:ext cx="6670963" cy="480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2342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977933441"/>
              </p:ext>
            </p:extLst>
          </p:nvPr>
        </p:nvGraphicFramePr>
        <p:xfrm>
          <a:off x="2195736" y="1484784"/>
          <a:ext cx="4320480" cy="4450080"/>
        </p:xfrm>
        <a:graphic>
          <a:graphicData uri="http://schemas.openxmlformats.org/drawingml/2006/table">
            <a:tbl>
              <a:tblPr firstRow="1" bandRow="1">
                <a:tableStyleId>{5C22544A-7EE6-4342-B048-85BDC9FD1C3A}</a:tableStyleId>
              </a:tblPr>
              <a:tblGrid>
                <a:gridCol w="1512168"/>
                <a:gridCol w="2808312"/>
              </a:tblGrid>
              <a:tr h="370840">
                <a:tc>
                  <a:txBody>
                    <a:bodyPr/>
                    <a:lstStyle/>
                    <a:p>
                      <a:pPr algn="ctr"/>
                      <a:r>
                        <a:rPr lang="en-GB" dirty="0" smtClean="0"/>
                        <a:t>Node n</a:t>
                      </a:r>
                      <a:endParaRPr lang="en-GB" dirty="0"/>
                    </a:p>
                  </a:txBody>
                  <a:tcPr/>
                </a:tc>
                <a:tc>
                  <a:txBody>
                    <a:bodyPr/>
                    <a:lstStyle/>
                    <a:p>
                      <a:pPr algn="ctr"/>
                      <a:r>
                        <a:rPr lang="en-GB" dirty="0" smtClean="0"/>
                        <a:t>Heuristic function h(n)</a:t>
                      </a:r>
                      <a:endParaRPr lang="en-GB" dirty="0"/>
                    </a:p>
                  </a:txBody>
                  <a:tcPr/>
                </a:tc>
              </a:tr>
              <a:tr h="370840">
                <a:tc>
                  <a:txBody>
                    <a:bodyPr/>
                    <a:lstStyle/>
                    <a:p>
                      <a:pPr algn="ctr"/>
                      <a:r>
                        <a:rPr lang="en-GB" dirty="0" smtClean="0"/>
                        <a:t>A</a:t>
                      </a:r>
                      <a:endParaRPr lang="en-GB" dirty="0"/>
                    </a:p>
                  </a:txBody>
                  <a:tcPr/>
                </a:tc>
                <a:tc>
                  <a:txBody>
                    <a:bodyPr/>
                    <a:lstStyle/>
                    <a:p>
                      <a:pPr algn="ctr"/>
                      <a:r>
                        <a:rPr lang="en-GB" dirty="0" smtClean="0"/>
                        <a:t>40</a:t>
                      </a:r>
                      <a:endParaRPr lang="en-GB" dirty="0"/>
                    </a:p>
                  </a:txBody>
                  <a:tcPr/>
                </a:tc>
              </a:tr>
              <a:tr h="370840">
                <a:tc>
                  <a:txBody>
                    <a:bodyPr/>
                    <a:lstStyle/>
                    <a:p>
                      <a:pPr algn="ctr"/>
                      <a:r>
                        <a:rPr lang="en-GB" dirty="0" smtClean="0"/>
                        <a:t>B</a:t>
                      </a:r>
                      <a:endParaRPr lang="en-GB" dirty="0"/>
                    </a:p>
                  </a:txBody>
                  <a:tcPr/>
                </a:tc>
                <a:tc>
                  <a:txBody>
                    <a:bodyPr/>
                    <a:lstStyle/>
                    <a:p>
                      <a:pPr algn="ctr"/>
                      <a:r>
                        <a:rPr lang="en-GB" dirty="0" smtClean="0"/>
                        <a:t>28</a:t>
                      </a:r>
                      <a:endParaRPr lang="en-GB" dirty="0"/>
                    </a:p>
                  </a:txBody>
                  <a:tcPr/>
                </a:tc>
              </a:tr>
              <a:tr h="370840">
                <a:tc>
                  <a:txBody>
                    <a:bodyPr/>
                    <a:lstStyle/>
                    <a:p>
                      <a:pPr algn="ctr"/>
                      <a:r>
                        <a:rPr lang="en-GB" dirty="0" smtClean="0"/>
                        <a:t>C</a:t>
                      </a:r>
                      <a:endParaRPr lang="en-GB" dirty="0"/>
                    </a:p>
                  </a:txBody>
                  <a:tcPr/>
                </a:tc>
                <a:tc>
                  <a:txBody>
                    <a:bodyPr/>
                    <a:lstStyle/>
                    <a:p>
                      <a:pPr algn="ctr"/>
                      <a:r>
                        <a:rPr lang="en-GB" dirty="0" smtClean="0"/>
                        <a:t>30</a:t>
                      </a:r>
                      <a:endParaRPr lang="en-GB" dirty="0"/>
                    </a:p>
                  </a:txBody>
                  <a:tcPr/>
                </a:tc>
              </a:tr>
              <a:tr h="370840">
                <a:tc>
                  <a:txBody>
                    <a:bodyPr/>
                    <a:lstStyle/>
                    <a:p>
                      <a:pPr algn="ctr"/>
                      <a:r>
                        <a:rPr lang="en-GB" dirty="0" smtClean="0"/>
                        <a:t>D</a:t>
                      </a:r>
                      <a:endParaRPr lang="en-GB" dirty="0"/>
                    </a:p>
                  </a:txBody>
                  <a:tcPr/>
                </a:tc>
                <a:tc>
                  <a:txBody>
                    <a:bodyPr/>
                    <a:lstStyle/>
                    <a:p>
                      <a:pPr algn="ctr"/>
                      <a:r>
                        <a:rPr lang="en-GB" dirty="0" smtClean="0"/>
                        <a:t>34</a:t>
                      </a:r>
                      <a:endParaRPr lang="en-GB" dirty="0"/>
                    </a:p>
                  </a:txBody>
                  <a:tcPr/>
                </a:tc>
              </a:tr>
              <a:tr h="370840">
                <a:tc>
                  <a:txBody>
                    <a:bodyPr/>
                    <a:lstStyle/>
                    <a:p>
                      <a:pPr algn="ctr"/>
                      <a:r>
                        <a:rPr lang="en-GB" dirty="0" smtClean="0"/>
                        <a:t>E</a:t>
                      </a:r>
                      <a:endParaRPr lang="en-GB" dirty="0"/>
                    </a:p>
                  </a:txBody>
                  <a:tcPr/>
                </a:tc>
                <a:tc>
                  <a:txBody>
                    <a:bodyPr/>
                    <a:lstStyle/>
                    <a:p>
                      <a:pPr algn="ctr"/>
                      <a:r>
                        <a:rPr lang="en-GB" dirty="0" smtClean="0"/>
                        <a:t>73</a:t>
                      </a:r>
                      <a:endParaRPr lang="en-GB" dirty="0"/>
                    </a:p>
                  </a:txBody>
                  <a:tcPr/>
                </a:tc>
              </a:tr>
              <a:tr h="370840">
                <a:tc>
                  <a:txBody>
                    <a:bodyPr/>
                    <a:lstStyle/>
                    <a:p>
                      <a:pPr algn="ctr"/>
                      <a:r>
                        <a:rPr lang="en-GB" dirty="0" smtClean="0"/>
                        <a:t>F</a:t>
                      </a:r>
                      <a:endParaRPr lang="en-GB" dirty="0"/>
                    </a:p>
                  </a:txBody>
                  <a:tcPr/>
                </a:tc>
                <a:tc>
                  <a:txBody>
                    <a:bodyPr/>
                    <a:lstStyle/>
                    <a:p>
                      <a:pPr algn="ctr"/>
                      <a:r>
                        <a:rPr lang="en-GB" dirty="0" smtClean="0"/>
                        <a:t>86</a:t>
                      </a:r>
                      <a:endParaRPr lang="en-GB" dirty="0"/>
                    </a:p>
                  </a:txBody>
                  <a:tcPr/>
                </a:tc>
              </a:tr>
              <a:tr h="370840">
                <a:tc>
                  <a:txBody>
                    <a:bodyPr/>
                    <a:lstStyle/>
                    <a:p>
                      <a:pPr algn="ctr"/>
                      <a:r>
                        <a:rPr lang="en-GB" dirty="0" smtClean="0"/>
                        <a:t>G</a:t>
                      </a:r>
                      <a:endParaRPr lang="en-GB" dirty="0"/>
                    </a:p>
                  </a:txBody>
                  <a:tcPr/>
                </a:tc>
                <a:tc>
                  <a:txBody>
                    <a:bodyPr/>
                    <a:lstStyle/>
                    <a:p>
                      <a:pPr algn="ctr"/>
                      <a:r>
                        <a:rPr lang="en-GB" dirty="0" smtClean="0"/>
                        <a:t>30</a:t>
                      </a:r>
                      <a:endParaRPr lang="en-GB" dirty="0"/>
                    </a:p>
                  </a:txBody>
                  <a:tcPr/>
                </a:tc>
              </a:tr>
              <a:tr h="370840">
                <a:tc>
                  <a:txBody>
                    <a:bodyPr/>
                    <a:lstStyle/>
                    <a:p>
                      <a:pPr algn="ctr"/>
                      <a:r>
                        <a:rPr lang="en-GB" dirty="0" smtClean="0"/>
                        <a:t>H</a:t>
                      </a:r>
                      <a:endParaRPr lang="en-GB" dirty="0"/>
                    </a:p>
                  </a:txBody>
                  <a:tcPr/>
                </a:tc>
                <a:tc>
                  <a:txBody>
                    <a:bodyPr/>
                    <a:lstStyle/>
                    <a:p>
                      <a:pPr algn="ctr"/>
                      <a:r>
                        <a:rPr lang="en-GB" dirty="0" smtClean="0"/>
                        <a:t>37</a:t>
                      </a:r>
                      <a:endParaRPr lang="en-GB" dirty="0"/>
                    </a:p>
                  </a:txBody>
                  <a:tcPr/>
                </a:tc>
              </a:tr>
              <a:tr h="370840">
                <a:tc>
                  <a:txBody>
                    <a:bodyPr/>
                    <a:lstStyle/>
                    <a:p>
                      <a:pPr algn="ctr"/>
                      <a:r>
                        <a:rPr lang="en-GB" dirty="0" smtClean="0"/>
                        <a:t>I</a:t>
                      </a:r>
                      <a:endParaRPr lang="en-GB" dirty="0"/>
                    </a:p>
                  </a:txBody>
                  <a:tcPr/>
                </a:tc>
                <a:tc>
                  <a:txBody>
                    <a:bodyPr/>
                    <a:lstStyle/>
                    <a:p>
                      <a:pPr algn="ctr"/>
                      <a:r>
                        <a:rPr lang="en-GB" dirty="0" smtClean="0"/>
                        <a:t>35</a:t>
                      </a:r>
                      <a:endParaRPr lang="en-GB" dirty="0"/>
                    </a:p>
                  </a:txBody>
                  <a:tcPr/>
                </a:tc>
              </a:tr>
              <a:tr h="370840">
                <a:tc>
                  <a:txBody>
                    <a:bodyPr/>
                    <a:lstStyle/>
                    <a:p>
                      <a:pPr algn="ctr"/>
                      <a:r>
                        <a:rPr lang="en-GB" dirty="0" smtClean="0"/>
                        <a:t>J</a:t>
                      </a:r>
                      <a:endParaRPr lang="en-GB" dirty="0"/>
                    </a:p>
                  </a:txBody>
                  <a:tcPr/>
                </a:tc>
                <a:tc>
                  <a:txBody>
                    <a:bodyPr/>
                    <a:lstStyle/>
                    <a:p>
                      <a:pPr algn="ctr"/>
                      <a:r>
                        <a:rPr lang="en-GB" dirty="0" smtClean="0"/>
                        <a:t>37</a:t>
                      </a:r>
                      <a:endParaRPr lang="en-GB" dirty="0"/>
                    </a:p>
                  </a:txBody>
                  <a:tcPr/>
                </a:tc>
              </a:tr>
              <a:tr h="370840">
                <a:tc>
                  <a:txBody>
                    <a:bodyPr/>
                    <a:lstStyle/>
                    <a:p>
                      <a:pPr algn="ctr"/>
                      <a:r>
                        <a:rPr lang="en-GB" dirty="0" smtClean="0"/>
                        <a:t>K</a:t>
                      </a:r>
                      <a:endParaRPr lang="en-GB" dirty="0"/>
                    </a:p>
                  </a:txBody>
                  <a:tcPr/>
                </a:tc>
                <a:tc>
                  <a:txBody>
                    <a:bodyPr/>
                    <a:lstStyle/>
                    <a:p>
                      <a:pPr algn="ctr"/>
                      <a:r>
                        <a:rPr lang="en-GB" dirty="0" smtClean="0"/>
                        <a:t>31</a:t>
                      </a:r>
                      <a:endParaRPr lang="en-GB" dirty="0"/>
                    </a:p>
                  </a:txBody>
                  <a:tcPr/>
                </a:tc>
              </a:tr>
            </a:tbl>
          </a:graphicData>
        </a:graphic>
      </p:graphicFrame>
    </p:spTree>
    <p:extLst>
      <p:ext uri="{BB962C8B-B14F-4D97-AF65-F5344CB8AC3E}">
        <p14:creationId xmlns:p14="http://schemas.microsoft.com/office/powerpoint/2010/main" val="2675225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369158324"/>
              </p:ext>
            </p:extLst>
          </p:nvPr>
        </p:nvGraphicFramePr>
        <p:xfrm>
          <a:off x="395536" y="332656"/>
          <a:ext cx="7848872" cy="4114800"/>
        </p:xfrm>
        <a:graphic>
          <a:graphicData uri="http://schemas.openxmlformats.org/drawingml/2006/table">
            <a:tbl>
              <a:tblPr firstRow="1" firstCol="1" lastRow="1" lastCol="1" bandRow="1" bandCol="1"/>
              <a:tblGrid>
                <a:gridCol w="1044407"/>
                <a:gridCol w="791216"/>
                <a:gridCol w="2531894"/>
                <a:gridCol w="3481355"/>
              </a:tblGrid>
              <a:tr h="0">
                <a:tc>
                  <a:txBody>
                    <a:bodyPr/>
                    <a:lstStyle/>
                    <a:p>
                      <a:pPr algn="ctr">
                        <a:lnSpc>
                          <a:spcPct val="150000"/>
                        </a:lnSpc>
                        <a:spcAft>
                          <a:spcPts val="0"/>
                        </a:spcAft>
                      </a:pPr>
                      <a:r>
                        <a:rPr lang="en-US" sz="1800" b="1" dirty="0">
                          <a:effectLst/>
                          <a:latin typeface="Times New Roman"/>
                          <a:ea typeface="SimSun"/>
                        </a:rPr>
                        <a:t>Iteration</a:t>
                      </a:r>
                      <a:endParaRPr lang="en-GB" sz="1800" b="1" dirty="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a:effectLst/>
                          <a:latin typeface="Times New Roman"/>
                          <a:ea typeface="SimSun"/>
                        </a:rPr>
                        <a:t>Node</a:t>
                      </a:r>
                      <a:endParaRPr lang="en-GB" sz="1800" b="1">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dirty="0" smtClean="0">
                          <a:effectLst/>
                          <a:latin typeface="Times New Roman"/>
                          <a:ea typeface="SimSun"/>
                        </a:rPr>
                        <a:t>OPEN</a:t>
                      </a:r>
                      <a:endParaRPr lang="en-GB" sz="1800" b="1" dirty="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a:effectLst/>
                          <a:latin typeface="Times New Roman"/>
                          <a:ea typeface="SimSun"/>
                        </a:rPr>
                        <a:t>CLOSED</a:t>
                      </a:r>
                      <a:endParaRPr lang="en-GB" sz="1800" b="1">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1">
                          <a:effectLst/>
                          <a:latin typeface="Times New Roman"/>
                          <a:ea typeface="SimSun"/>
                        </a:rPr>
                        <a:t>0</a:t>
                      </a:r>
                      <a:endParaRPr lang="en-GB" sz="1800" b="1">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endParaRPr lang="en-GB" sz="1800" b="1" dirty="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dirty="0" smtClean="0">
                          <a:effectLst/>
                          <a:latin typeface="Times New Roman"/>
                          <a:ea typeface="SimSun"/>
                        </a:rPr>
                        <a:t>[A</a:t>
                      </a:r>
                      <a:r>
                        <a:rPr lang="en-US" sz="1800" b="1" baseline="-25000" dirty="0" smtClean="0">
                          <a:effectLst/>
                          <a:latin typeface="Times New Roman"/>
                          <a:ea typeface="SimSun"/>
                        </a:rPr>
                        <a:t>40</a:t>
                      </a:r>
                      <a:r>
                        <a:rPr lang="en-US" sz="1800" b="1" dirty="0" smtClean="0">
                          <a:effectLst/>
                          <a:latin typeface="Times New Roman"/>
                          <a:ea typeface="SimSun"/>
                        </a:rPr>
                        <a:t>]</a:t>
                      </a:r>
                      <a:endParaRPr lang="en-GB" sz="1800" b="1" dirty="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a:effectLst/>
                          <a:latin typeface="Times New Roman"/>
                          <a:ea typeface="SimSun"/>
                        </a:rPr>
                        <a:t>[ ]</a:t>
                      </a:r>
                      <a:endParaRPr lang="en-GB" sz="1800" b="1">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1">
                          <a:effectLst/>
                          <a:latin typeface="Times New Roman"/>
                          <a:ea typeface="SimSun"/>
                        </a:rPr>
                        <a:t>1</a:t>
                      </a:r>
                      <a:endParaRPr lang="en-GB" sz="1800" b="1">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dirty="0" smtClean="0">
                          <a:effectLst/>
                          <a:latin typeface="Times New Roman"/>
                          <a:ea typeface="SimSun"/>
                        </a:rPr>
                        <a:t>A</a:t>
                      </a:r>
                      <a:r>
                        <a:rPr lang="en-US" sz="1800" b="1" baseline="-25000" dirty="0" smtClean="0">
                          <a:effectLst/>
                          <a:latin typeface="Times New Roman"/>
                          <a:ea typeface="SimSun"/>
                        </a:rPr>
                        <a:t>40</a:t>
                      </a:r>
                      <a:endParaRPr lang="en-GB" sz="1800" b="1" dirty="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dirty="0">
                          <a:effectLst/>
                          <a:latin typeface="Times New Roman"/>
                          <a:ea typeface="SimSun"/>
                        </a:rPr>
                        <a:t>[B</a:t>
                      </a:r>
                      <a:r>
                        <a:rPr lang="en-US" sz="1800" b="1" baseline="-25000" dirty="0">
                          <a:effectLst/>
                          <a:latin typeface="Times New Roman"/>
                          <a:ea typeface="SimSun"/>
                        </a:rPr>
                        <a:t>28</a:t>
                      </a:r>
                      <a:r>
                        <a:rPr lang="en-US" sz="1800" b="1" dirty="0">
                          <a:effectLst/>
                          <a:latin typeface="Times New Roman"/>
                          <a:ea typeface="SimSun"/>
                        </a:rPr>
                        <a:t> C</a:t>
                      </a:r>
                      <a:r>
                        <a:rPr lang="en-US" sz="1800" b="1" baseline="-25000" dirty="0">
                          <a:effectLst/>
                          <a:latin typeface="Times New Roman"/>
                          <a:ea typeface="SimSun"/>
                        </a:rPr>
                        <a:t>30</a:t>
                      </a:r>
                      <a:r>
                        <a:rPr lang="en-US" sz="1800" b="1" dirty="0">
                          <a:effectLst/>
                          <a:latin typeface="Times New Roman"/>
                          <a:ea typeface="SimSun"/>
                        </a:rPr>
                        <a:t> D</a:t>
                      </a:r>
                      <a:r>
                        <a:rPr lang="en-US" sz="1800" b="1" baseline="-25000" dirty="0">
                          <a:effectLst/>
                          <a:latin typeface="Times New Roman"/>
                          <a:ea typeface="SimSun"/>
                        </a:rPr>
                        <a:t>34</a:t>
                      </a:r>
                      <a:r>
                        <a:rPr lang="en-US" sz="1800" b="1" dirty="0">
                          <a:effectLst/>
                          <a:latin typeface="Times New Roman"/>
                          <a:ea typeface="SimSun"/>
                        </a:rPr>
                        <a:t>]</a:t>
                      </a:r>
                      <a:endParaRPr lang="en-GB" sz="1800" b="1" dirty="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a:effectLst/>
                          <a:latin typeface="Times New Roman"/>
                          <a:ea typeface="SimSun"/>
                        </a:rPr>
                        <a:t>[A]</a:t>
                      </a:r>
                      <a:endParaRPr lang="en-GB" sz="1800" b="1">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1">
                          <a:effectLst/>
                          <a:latin typeface="Times New Roman"/>
                          <a:ea typeface="SimSun"/>
                        </a:rPr>
                        <a:t>2</a:t>
                      </a:r>
                      <a:endParaRPr lang="en-GB" sz="1800" b="1">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a:effectLst/>
                          <a:latin typeface="Times New Roman"/>
                          <a:ea typeface="SimSun"/>
                        </a:rPr>
                        <a:t>B</a:t>
                      </a:r>
                      <a:r>
                        <a:rPr lang="en-US" sz="1800" b="1" baseline="-25000">
                          <a:effectLst/>
                          <a:latin typeface="Times New Roman"/>
                          <a:ea typeface="SimSun"/>
                        </a:rPr>
                        <a:t>28</a:t>
                      </a:r>
                      <a:endParaRPr lang="en-GB" sz="1800" b="1">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a:effectLst/>
                          <a:latin typeface="Times New Roman"/>
                          <a:ea typeface="SimSun"/>
                        </a:rPr>
                        <a:t>[C</a:t>
                      </a:r>
                      <a:r>
                        <a:rPr lang="en-US" sz="1800" b="1" baseline="-25000">
                          <a:effectLst/>
                          <a:latin typeface="Times New Roman"/>
                          <a:ea typeface="SimSun"/>
                        </a:rPr>
                        <a:t>30</a:t>
                      </a:r>
                      <a:r>
                        <a:rPr lang="en-US" sz="1800" b="1">
                          <a:effectLst/>
                          <a:latin typeface="Times New Roman"/>
                          <a:ea typeface="SimSun"/>
                        </a:rPr>
                        <a:t> D</a:t>
                      </a:r>
                      <a:r>
                        <a:rPr lang="en-US" sz="1800" b="1" baseline="-25000">
                          <a:effectLst/>
                          <a:latin typeface="Times New Roman"/>
                          <a:ea typeface="SimSun"/>
                        </a:rPr>
                        <a:t>34</a:t>
                      </a:r>
                      <a:r>
                        <a:rPr lang="en-US" sz="1800" b="1">
                          <a:effectLst/>
                          <a:latin typeface="Times New Roman"/>
                          <a:ea typeface="SimSun"/>
                        </a:rPr>
                        <a:t> E</a:t>
                      </a:r>
                      <a:r>
                        <a:rPr lang="en-US" sz="1800" b="1" baseline="-25000">
                          <a:effectLst/>
                          <a:latin typeface="Times New Roman"/>
                          <a:ea typeface="SimSun"/>
                        </a:rPr>
                        <a:t>73</a:t>
                      </a:r>
                      <a:r>
                        <a:rPr lang="en-US" sz="1800" b="1">
                          <a:effectLst/>
                          <a:latin typeface="Times New Roman"/>
                          <a:ea typeface="SimSun"/>
                        </a:rPr>
                        <a:t> F</a:t>
                      </a:r>
                      <a:r>
                        <a:rPr lang="en-US" sz="1800" b="1" baseline="-25000">
                          <a:effectLst/>
                          <a:latin typeface="Times New Roman"/>
                          <a:ea typeface="SimSun"/>
                        </a:rPr>
                        <a:t>86</a:t>
                      </a:r>
                      <a:r>
                        <a:rPr lang="en-US" sz="1800" b="1">
                          <a:effectLst/>
                          <a:latin typeface="Times New Roman"/>
                          <a:ea typeface="SimSun"/>
                        </a:rPr>
                        <a:t>]</a:t>
                      </a:r>
                      <a:endParaRPr lang="en-GB" sz="1800" b="1">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dirty="0">
                          <a:effectLst/>
                          <a:latin typeface="Times New Roman"/>
                          <a:ea typeface="SimSun"/>
                        </a:rPr>
                        <a:t>[A</a:t>
                      </a:r>
                      <a:r>
                        <a:rPr lang="en-US" sz="1800" b="1" baseline="-25000" dirty="0">
                          <a:effectLst/>
                          <a:latin typeface="Times New Roman"/>
                          <a:ea typeface="SimSun"/>
                        </a:rPr>
                        <a:t>40</a:t>
                      </a:r>
                      <a:r>
                        <a:rPr lang="en-US" sz="1800" b="1" dirty="0">
                          <a:effectLst/>
                          <a:latin typeface="Times New Roman"/>
                          <a:ea typeface="SimSun"/>
                        </a:rPr>
                        <a:t> B</a:t>
                      </a:r>
                      <a:r>
                        <a:rPr lang="en-US" sz="1800" b="1" baseline="-25000" dirty="0">
                          <a:effectLst/>
                          <a:latin typeface="Times New Roman"/>
                          <a:ea typeface="SimSun"/>
                        </a:rPr>
                        <a:t>28</a:t>
                      </a:r>
                      <a:r>
                        <a:rPr lang="en-US" sz="1800" b="1" dirty="0">
                          <a:effectLst/>
                          <a:latin typeface="Times New Roman"/>
                          <a:ea typeface="SimSun"/>
                        </a:rPr>
                        <a:t>]</a:t>
                      </a:r>
                      <a:endParaRPr lang="en-GB" sz="1800" b="1" dirty="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1">
                          <a:effectLst/>
                          <a:latin typeface="Times New Roman"/>
                          <a:ea typeface="SimSun"/>
                        </a:rPr>
                        <a:t>3</a:t>
                      </a:r>
                      <a:endParaRPr lang="en-GB" sz="1800" b="1">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a:effectLst/>
                          <a:latin typeface="Times New Roman"/>
                          <a:ea typeface="SimSun"/>
                        </a:rPr>
                        <a:t>C</a:t>
                      </a:r>
                      <a:r>
                        <a:rPr lang="en-US" sz="1800" b="1" baseline="-25000">
                          <a:effectLst/>
                          <a:latin typeface="Times New Roman"/>
                          <a:ea typeface="SimSun"/>
                        </a:rPr>
                        <a:t>30</a:t>
                      </a:r>
                      <a:endParaRPr lang="en-GB" sz="1800" b="1">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a:effectLst/>
                          <a:latin typeface="Times New Roman"/>
                          <a:ea typeface="SimSun"/>
                        </a:rPr>
                        <a:t>[D</a:t>
                      </a:r>
                      <a:r>
                        <a:rPr lang="en-US" sz="1800" b="1" baseline="-25000">
                          <a:effectLst/>
                          <a:latin typeface="Times New Roman"/>
                          <a:ea typeface="SimSun"/>
                        </a:rPr>
                        <a:t>34</a:t>
                      </a:r>
                      <a:r>
                        <a:rPr lang="en-US" sz="1800" b="1">
                          <a:effectLst/>
                          <a:latin typeface="Times New Roman"/>
                          <a:ea typeface="SimSun"/>
                        </a:rPr>
                        <a:t> E</a:t>
                      </a:r>
                      <a:r>
                        <a:rPr lang="en-US" sz="1800" b="1" baseline="-25000">
                          <a:effectLst/>
                          <a:latin typeface="Times New Roman"/>
                          <a:ea typeface="SimSun"/>
                        </a:rPr>
                        <a:t>73</a:t>
                      </a:r>
                      <a:r>
                        <a:rPr lang="en-US" sz="1800" b="1">
                          <a:effectLst/>
                          <a:latin typeface="Times New Roman"/>
                          <a:ea typeface="SimSun"/>
                        </a:rPr>
                        <a:t> F</a:t>
                      </a:r>
                      <a:r>
                        <a:rPr lang="en-US" sz="1800" b="1" baseline="-25000">
                          <a:effectLst/>
                          <a:latin typeface="Times New Roman"/>
                          <a:ea typeface="SimSun"/>
                        </a:rPr>
                        <a:t>86</a:t>
                      </a:r>
                      <a:r>
                        <a:rPr lang="en-US" sz="1800" b="1">
                          <a:effectLst/>
                          <a:latin typeface="Times New Roman"/>
                          <a:ea typeface="SimSun"/>
                        </a:rPr>
                        <a:t> G</a:t>
                      </a:r>
                      <a:r>
                        <a:rPr lang="en-US" sz="1800" b="1" baseline="-25000">
                          <a:effectLst/>
                          <a:latin typeface="Times New Roman"/>
                          <a:ea typeface="SimSun"/>
                        </a:rPr>
                        <a:t>30</a:t>
                      </a:r>
                      <a:r>
                        <a:rPr lang="en-US" sz="1800" b="1">
                          <a:effectLst/>
                          <a:latin typeface="Times New Roman"/>
                          <a:ea typeface="SimSun"/>
                        </a:rPr>
                        <a:t> H</a:t>
                      </a:r>
                      <a:r>
                        <a:rPr lang="en-US" sz="1800" b="1" baseline="-25000">
                          <a:effectLst/>
                          <a:latin typeface="Times New Roman"/>
                          <a:ea typeface="SimSun"/>
                        </a:rPr>
                        <a:t>43</a:t>
                      </a:r>
                      <a:r>
                        <a:rPr lang="en-US" sz="1800" b="1">
                          <a:effectLst/>
                          <a:latin typeface="Times New Roman"/>
                          <a:ea typeface="SimSun"/>
                        </a:rPr>
                        <a:t> I</a:t>
                      </a:r>
                      <a:r>
                        <a:rPr lang="en-US" sz="1800" b="1" baseline="-25000">
                          <a:effectLst/>
                          <a:latin typeface="Times New Roman"/>
                          <a:ea typeface="SimSun"/>
                        </a:rPr>
                        <a:t>35</a:t>
                      </a:r>
                      <a:r>
                        <a:rPr lang="en-US" sz="1800" b="1">
                          <a:effectLst/>
                          <a:latin typeface="Times New Roman"/>
                          <a:ea typeface="SimSun"/>
                        </a:rPr>
                        <a:t>]</a:t>
                      </a:r>
                      <a:endParaRPr lang="en-GB" sz="1800" b="1">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a:effectLst/>
                          <a:latin typeface="Times New Roman"/>
                          <a:ea typeface="SimSun"/>
                        </a:rPr>
                        <a:t>[A</a:t>
                      </a:r>
                      <a:r>
                        <a:rPr lang="en-US" sz="1800" b="1" baseline="-25000">
                          <a:effectLst/>
                          <a:latin typeface="Times New Roman"/>
                          <a:ea typeface="SimSun"/>
                        </a:rPr>
                        <a:t>40</a:t>
                      </a:r>
                      <a:r>
                        <a:rPr lang="en-US" sz="1800" b="1">
                          <a:effectLst/>
                          <a:latin typeface="Times New Roman"/>
                          <a:ea typeface="SimSun"/>
                        </a:rPr>
                        <a:t> B</a:t>
                      </a:r>
                      <a:r>
                        <a:rPr lang="en-US" sz="1800" b="1" baseline="-25000">
                          <a:effectLst/>
                          <a:latin typeface="Times New Roman"/>
                          <a:ea typeface="SimSun"/>
                        </a:rPr>
                        <a:t>28</a:t>
                      </a:r>
                      <a:r>
                        <a:rPr lang="en-US" sz="1800" b="1">
                          <a:effectLst/>
                          <a:latin typeface="Times New Roman"/>
                          <a:ea typeface="SimSun"/>
                        </a:rPr>
                        <a:t> C</a:t>
                      </a:r>
                      <a:r>
                        <a:rPr lang="en-US" sz="1800" b="1" baseline="-25000">
                          <a:effectLst/>
                          <a:latin typeface="Times New Roman"/>
                          <a:ea typeface="SimSun"/>
                        </a:rPr>
                        <a:t>30</a:t>
                      </a:r>
                      <a:r>
                        <a:rPr lang="en-US" sz="1800" b="1">
                          <a:effectLst/>
                          <a:latin typeface="Times New Roman"/>
                          <a:ea typeface="SimSun"/>
                        </a:rPr>
                        <a:t>]</a:t>
                      </a:r>
                      <a:endParaRPr lang="en-GB" sz="1800" b="1">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1">
                          <a:effectLst/>
                          <a:latin typeface="Times New Roman"/>
                          <a:ea typeface="SimSun"/>
                        </a:rPr>
                        <a:t>4</a:t>
                      </a:r>
                      <a:endParaRPr lang="en-GB" sz="1800" b="1">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a:effectLst/>
                          <a:latin typeface="Times New Roman"/>
                          <a:ea typeface="SimSun"/>
                        </a:rPr>
                        <a:t>G</a:t>
                      </a:r>
                      <a:r>
                        <a:rPr lang="en-US" sz="1800" b="1" baseline="-25000">
                          <a:effectLst/>
                          <a:latin typeface="Times New Roman"/>
                          <a:ea typeface="SimSun"/>
                        </a:rPr>
                        <a:t>30</a:t>
                      </a:r>
                      <a:endParaRPr lang="en-GB" sz="1800" b="1">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a:effectLst/>
                          <a:latin typeface="Times New Roman"/>
                          <a:ea typeface="SimSun"/>
                        </a:rPr>
                        <a:t>[D</a:t>
                      </a:r>
                      <a:r>
                        <a:rPr lang="en-US" sz="1800" b="1" baseline="-25000">
                          <a:effectLst/>
                          <a:latin typeface="Times New Roman"/>
                          <a:ea typeface="SimSun"/>
                        </a:rPr>
                        <a:t>34</a:t>
                      </a:r>
                      <a:r>
                        <a:rPr lang="en-US" sz="1800" b="1">
                          <a:effectLst/>
                          <a:latin typeface="Times New Roman"/>
                          <a:ea typeface="SimSun"/>
                        </a:rPr>
                        <a:t> E</a:t>
                      </a:r>
                      <a:r>
                        <a:rPr lang="en-US" sz="1800" b="1" baseline="-25000">
                          <a:effectLst/>
                          <a:latin typeface="Times New Roman"/>
                          <a:ea typeface="SimSun"/>
                        </a:rPr>
                        <a:t>73</a:t>
                      </a:r>
                      <a:r>
                        <a:rPr lang="en-US" sz="1800" b="1">
                          <a:effectLst/>
                          <a:latin typeface="Times New Roman"/>
                          <a:ea typeface="SimSun"/>
                        </a:rPr>
                        <a:t> F</a:t>
                      </a:r>
                      <a:r>
                        <a:rPr lang="en-US" sz="1800" b="1" baseline="-25000">
                          <a:effectLst/>
                          <a:latin typeface="Times New Roman"/>
                          <a:ea typeface="SimSun"/>
                        </a:rPr>
                        <a:t>86</a:t>
                      </a:r>
                      <a:r>
                        <a:rPr lang="en-US" sz="1800" b="1">
                          <a:effectLst/>
                          <a:latin typeface="Times New Roman"/>
                          <a:ea typeface="SimSun"/>
                        </a:rPr>
                        <a:t> H</a:t>
                      </a:r>
                      <a:r>
                        <a:rPr lang="en-US" sz="1800" b="1" baseline="-25000">
                          <a:effectLst/>
                          <a:latin typeface="Times New Roman"/>
                          <a:ea typeface="SimSun"/>
                        </a:rPr>
                        <a:t>37</a:t>
                      </a:r>
                      <a:r>
                        <a:rPr lang="en-US" sz="1800" b="1">
                          <a:effectLst/>
                          <a:latin typeface="Times New Roman"/>
                          <a:ea typeface="SimSun"/>
                        </a:rPr>
                        <a:t> I</a:t>
                      </a:r>
                      <a:r>
                        <a:rPr lang="en-US" sz="1800" b="1" baseline="-25000">
                          <a:effectLst/>
                          <a:latin typeface="Times New Roman"/>
                          <a:ea typeface="SimSun"/>
                        </a:rPr>
                        <a:t>35</a:t>
                      </a:r>
                      <a:r>
                        <a:rPr lang="en-US" sz="1800" b="1">
                          <a:effectLst/>
                          <a:latin typeface="Times New Roman"/>
                          <a:ea typeface="SimSun"/>
                        </a:rPr>
                        <a:t>]</a:t>
                      </a:r>
                      <a:endParaRPr lang="en-GB" sz="1800" b="1">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dirty="0">
                          <a:effectLst/>
                          <a:latin typeface="Times New Roman"/>
                          <a:ea typeface="SimSun"/>
                        </a:rPr>
                        <a:t>[A</a:t>
                      </a:r>
                      <a:r>
                        <a:rPr lang="en-US" sz="1800" b="1" baseline="-25000" dirty="0">
                          <a:effectLst/>
                          <a:latin typeface="Times New Roman"/>
                          <a:ea typeface="SimSun"/>
                        </a:rPr>
                        <a:t>40</a:t>
                      </a:r>
                      <a:r>
                        <a:rPr lang="en-US" sz="1800" b="1" dirty="0">
                          <a:effectLst/>
                          <a:latin typeface="Times New Roman"/>
                          <a:ea typeface="SimSun"/>
                        </a:rPr>
                        <a:t> B</a:t>
                      </a:r>
                      <a:r>
                        <a:rPr lang="en-US" sz="1800" b="1" baseline="-25000" dirty="0">
                          <a:effectLst/>
                          <a:latin typeface="Times New Roman"/>
                          <a:ea typeface="SimSun"/>
                        </a:rPr>
                        <a:t>28</a:t>
                      </a:r>
                      <a:r>
                        <a:rPr lang="en-US" sz="1800" b="1" dirty="0">
                          <a:effectLst/>
                          <a:latin typeface="Times New Roman"/>
                          <a:ea typeface="SimSun"/>
                        </a:rPr>
                        <a:t> C</a:t>
                      </a:r>
                      <a:r>
                        <a:rPr lang="en-US" sz="1800" b="1" baseline="-25000" dirty="0">
                          <a:effectLst/>
                          <a:latin typeface="Times New Roman"/>
                          <a:ea typeface="SimSun"/>
                        </a:rPr>
                        <a:t>30</a:t>
                      </a:r>
                      <a:r>
                        <a:rPr lang="en-US" sz="1800" b="1" dirty="0">
                          <a:effectLst/>
                          <a:latin typeface="Times New Roman"/>
                          <a:ea typeface="SimSun"/>
                        </a:rPr>
                        <a:t> G</a:t>
                      </a:r>
                      <a:r>
                        <a:rPr lang="en-US" sz="1800" b="1" baseline="-25000" dirty="0">
                          <a:effectLst/>
                          <a:latin typeface="Times New Roman"/>
                          <a:ea typeface="SimSun"/>
                        </a:rPr>
                        <a:t>30</a:t>
                      </a:r>
                      <a:r>
                        <a:rPr lang="en-US" sz="1800" b="1" dirty="0">
                          <a:effectLst/>
                          <a:latin typeface="Times New Roman"/>
                          <a:ea typeface="SimSun"/>
                        </a:rPr>
                        <a:t>]</a:t>
                      </a:r>
                      <a:endParaRPr lang="en-GB" sz="1800" b="1" dirty="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1">
                          <a:effectLst/>
                          <a:latin typeface="Times New Roman"/>
                          <a:ea typeface="SimSun"/>
                        </a:rPr>
                        <a:t>5</a:t>
                      </a:r>
                      <a:endParaRPr lang="en-GB" sz="1800" b="1">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dirty="0">
                          <a:effectLst/>
                          <a:latin typeface="Times New Roman"/>
                          <a:ea typeface="SimSun"/>
                        </a:rPr>
                        <a:t>D</a:t>
                      </a:r>
                      <a:r>
                        <a:rPr lang="en-US" sz="1800" b="1" baseline="-25000" dirty="0">
                          <a:effectLst/>
                          <a:latin typeface="Times New Roman"/>
                          <a:ea typeface="SimSun"/>
                        </a:rPr>
                        <a:t>34</a:t>
                      </a:r>
                      <a:endParaRPr lang="en-GB" sz="1800" b="1" dirty="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a:effectLst/>
                          <a:latin typeface="Times New Roman"/>
                          <a:ea typeface="SimSun"/>
                        </a:rPr>
                        <a:t>[E</a:t>
                      </a:r>
                      <a:r>
                        <a:rPr lang="en-US" sz="1800" b="1" baseline="-25000">
                          <a:effectLst/>
                          <a:latin typeface="Times New Roman"/>
                          <a:ea typeface="SimSun"/>
                        </a:rPr>
                        <a:t>73</a:t>
                      </a:r>
                      <a:r>
                        <a:rPr lang="en-US" sz="1800" b="1">
                          <a:effectLst/>
                          <a:latin typeface="Times New Roman"/>
                          <a:ea typeface="SimSun"/>
                        </a:rPr>
                        <a:t> F</a:t>
                      </a:r>
                      <a:r>
                        <a:rPr lang="en-US" sz="1800" b="1" baseline="-25000">
                          <a:effectLst/>
                          <a:latin typeface="Times New Roman"/>
                          <a:ea typeface="SimSun"/>
                        </a:rPr>
                        <a:t>86</a:t>
                      </a:r>
                      <a:r>
                        <a:rPr lang="en-US" sz="1800" b="1">
                          <a:effectLst/>
                          <a:latin typeface="Times New Roman"/>
                          <a:ea typeface="SimSun"/>
                        </a:rPr>
                        <a:t> H</a:t>
                      </a:r>
                      <a:r>
                        <a:rPr lang="en-US" sz="1800" b="1" baseline="-25000">
                          <a:effectLst/>
                          <a:latin typeface="Times New Roman"/>
                          <a:ea typeface="SimSun"/>
                        </a:rPr>
                        <a:t>37</a:t>
                      </a:r>
                      <a:r>
                        <a:rPr lang="en-US" sz="1800" b="1">
                          <a:effectLst/>
                          <a:latin typeface="Times New Roman"/>
                          <a:ea typeface="SimSun"/>
                        </a:rPr>
                        <a:t> I</a:t>
                      </a:r>
                      <a:r>
                        <a:rPr lang="en-US" sz="1800" b="1" baseline="-25000">
                          <a:effectLst/>
                          <a:latin typeface="Times New Roman"/>
                          <a:ea typeface="SimSun"/>
                        </a:rPr>
                        <a:t>32</a:t>
                      </a:r>
                      <a:r>
                        <a:rPr lang="en-US" sz="1800" b="1">
                          <a:effectLst/>
                          <a:latin typeface="Times New Roman"/>
                          <a:ea typeface="SimSun"/>
                        </a:rPr>
                        <a:t>]</a:t>
                      </a:r>
                      <a:endParaRPr lang="en-GB" sz="1800" b="1">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a:effectLst/>
                          <a:latin typeface="Times New Roman"/>
                          <a:ea typeface="SimSun"/>
                        </a:rPr>
                        <a:t>[A</a:t>
                      </a:r>
                      <a:r>
                        <a:rPr lang="en-US" sz="1800" b="1" baseline="-25000">
                          <a:effectLst/>
                          <a:latin typeface="Times New Roman"/>
                          <a:ea typeface="SimSun"/>
                        </a:rPr>
                        <a:t>40</a:t>
                      </a:r>
                      <a:r>
                        <a:rPr lang="en-US" sz="1800" b="1">
                          <a:effectLst/>
                          <a:latin typeface="Times New Roman"/>
                          <a:ea typeface="SimSun"/>
                        </a:rPr>
                        <a:t> B</a:t>
                      </a:r>
                      <a:r>
                        <a:rPr lang="en-US" sz="1800" b="1" baseline="-25000">
                          <a:effectLst/>
                          <a:latin typeface="Times New Roman"/>
                          <a:ea typeface="SimSun"/>
                        </a:rPr>
                        <a:t>28</a:t>
                      </a:r>
                      <a:r>
                        <a:rPr lang="en-US" sz="1800" b="1">
                          <a:effectLst/>
                          <a:latin typeface="Times New Roman"/>
                          <a:ea typeface="SimSun"/>
                        </a:rPr>
                        <a:t> C</a:t>
                      </a:r>
                      <a:r>
                        <a:rPr lang="en-US" sz="1800" b="1" baseline="-25000">
                          <a:effectLst/>
                          <a:latin typeface="Times New Roman"/>
                          <a:ea typeface="SimSun"/>
                        </a:rPr>
                        <a:t>30</a:t>
                      </a:r>
                      <a:r>
                        <a:rPr lang="en-US" sz="1800" b="1">
                          <a:effectLst/>
                          <a:latin typeface="Times New Roman"/>
                          <a:ea typeface="SimSun"/>
                        </a:rPr>
                        <a:t> G</a:t>
                      </a:r>
                      <a:r>
                        <a:rPr lang="en-US" sz="1800" b="1" baseline="-25000">
                          <a:effectLst/>
                          <a:latin typeface="Times New Roman"/>
                          <a:ea typeface="SimSun"/>
                        </a:rPr>
                        <a:t>30</a:t>
                      </a:r>
                      <a:r>
                        <a:rPr lang="en-US" sz="1800" b="1">
                          <a:effectLst/>
                          <a:latin typeface="Times New Roman"/>
                          <a:ea typeface="SimSun"/>
                        </a:rPr>
                        <a:t> D</a:t>
                      </a:r>
                      <a:r>
                        <a:rPr lang="en-US" sz="1800" b="1" baseline="-25000">
                          <a:effectLst/>
                          <a:latin typeface="Times New Roman"/>
                          <a:ea typeface="SimSun"/>
                        </a:rPr>
                        <a:t>34</a:t>
                      </a:r>
                      <a:r>
                        <a:rPr lang="en-US" sz="1800" b="1">
                          <a:effectLst/>
                          <a:latin typeface="Times New Roman"/>
                          <a:ea typeface="SimSun"/>
                        </a:rPr>
                        <a:t>]</a:t>
                      </a:r>
                      <a:endParaRPr lang="en-GB" sz="1800" b="1">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1">
                          <a:effectLst/>
                          <a:latin typeface="Times New Roman"/>
                          <a:ea typeface="SimSun"/>
                        </a:rPr>
                        <a:t>6</a:t>
                      </a:r>
                      <a:endParaRPr lang="en-GB" sz="1800" b="1">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a:effectLst/>
                          <a:latin typeface="Times New Roman"/>
                          <a:ea typeface="SimSun"/>
                        </a:rPr>
                        <a:t>I</a:t>
                      </a:r>
                      <a:r>
                        <a:rPr lang="en-US" sz="1800" b="1" baseline="-25000">
                          <a:effectLst/>
                          <a:latin typeface="Times New Roman"/>
                          <a:ea typeface="SimSun"/>
                        </a:rPr>
                        <a:t>32</a:t>
                      </a:r>
                      <a:endParaRPr lang="en-GB" sz="1800" b="1">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a:effectLst/>
                          <a:latin typeface="Times New Roman"/>
                          <a:ea typeface="SimSun"/>
                        </a:rPr>
                        <a:t>[E</a:t>
                      </a:r>
                      <a:r>
                        <a:rPr lang="en-US" sz="1800" b="1" baseline="-25000">
                          <a:effectLst/>
                          <a:latin typeface="Times New Roman"/>
                          <a:ea typeface="SimSun"/>
                        </a:rPr>
                        <a:t>73</a:t>
                      </a:r>
                      <a:r>
                        <a:rPr lang="en-US" sz="1800" b="1">
                          <a:effectLst/>
                          <a:latin typeface="Times New Roman"/>
                          <a:ea typeface="SimSun"/>
                        </a:rPr>
                        <a:t> F</a:t>
                      </a:r>
                      <a:r>
                        <a:rPr lang="en-US" sz="1800" b="1" baseline="-25000">
                          <a:effectLst/>
                          <a:latin typeface="Times New Roman"/>
                          <a:ea typeface="SimSun"/>
                        </a:rPr>
                        <a:t>86</a:t>
                      </a:r>
                      <a:r>
                        <a:rPr lang="en-US" sz="1800" b="1">
                          <a:effectLst/>
                          <a:latin typeface="Times New Roman"/>
                          <a:ea typeface="SimSun"/>
                        </a:rPr>
                        <a:t> H</a:t>
                      </a:r>
                      <a:r>
                        <a:rPr lang="en-US" sz="1800" b="1" baseline="-25000">
                          <a:effectLst/>
                          <a:latin typeface="Times New Roman"/>
                          <a:ea typeface="SimSun"/>
                        </a:rPr>
                        <a:t>37</a:t>
                      </a:r>
                      <a:r>
                        <a:rPr lang="en-US" sz="1800" b="1">
                          <a:effectLst/>
                          <a:latin typeface="Times New Roman"/>
                          <a:ea typeface="SimSun"/>
                        </a:rPr>
                        <a:t>]</a:t>
                      </a:r>
                      <a:endParaRPr lang="en-GB" sz="1800" b="1">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a:effectLst/>
                          <a:latin typeface="Times New Roman"/>
                          <a:ea typeface="SimSun"/>
                        </a:rPr>
                        <a:t>[A</a:t>
                      </a:r>
                      <a:r>
                        <a:rPr lang="en-US" sz="1800" b="1" baseline="-25000">
                          <a:effectLst/>
                          <a:latin typeface="Times New Roman"/>
                          <a:ea typeface="SimSun"/>
                        </a:rPr>
                        <a:t>40</a:t>
                      </a:r>
                      <a:r>
                        <a:rPr lang="en-US" sz="1800" b="1">
                          <a:effectLst/>
                          <a:latin typeface="Times New Roman"/>
                          <a:ea typeface="SimSun"/>
                        </a:rPr>
                        <a:t> B</a:t>
                      </a:r>
                      <a:r>
                        <a:rPr lang="en-US" sz="1800" b="1" baseline="-25000">
                          <a:effectLst/>
                          <a:latin typeface="Times New Roman"/>
                          <a:ea typeface="SimSun"/>
                        </a:rPr>
                        <a:t>28</a:t>
                      </a:r>
                      <a:r>
                        <a:rPr lang="en-US" sz="1800" b="1">
                          <a:effectLst/>
                          <a:latin typeface="Times New Roman"/>
                          <a:ea typeface="SimSun"/>
                        </a:rPr>
                        <a:t> C</a:t>
                      </a:r>
                      <a:r>
                        <a:rPr lang="en-US" sz="1800" b="1" baseline="-25000">
                          <a:effectLst/>
                          <a:latin typeface="Times New Roman"/>
                          <a:ea typeface="SimSun"/>
                        </a:rPr>
                        <a:t>30</a:t>
                      </a:r>
                      <a:r>
                        <a:rPr lang="en-US" sz="1800" b="1">
                          <a:effectLst/>
                          <a:latin typeface="Times New Roman"/>
                          <a:ea typeface="SimSun"/>
                        </a:rPr>
                        <a:t> G</a:t>
                      </a:r>
                      <a:r>
                        <a:rPr lang="en-US" sz="1800" b="1" baseline="-25000">
                          <a:effectLst/>
                          <a:latin typeface="Times New Roman"/>
                          <a:ea typeface="SimSun"/>
                        </a:rPr>
                        <a:t>30</a:t>
                      </a:r>
                      <a:r>
                        <a:rPr lang="en-US" sz="1800" b="1">
                          <a:effectLst/>
                          <a:latin typeface="Times New Roman"/>
                          <a:ea typeface="SimSun"/>
                        </a:rPr>
                        <a:t> D</a:t>
                      </a:r>
                      <a:r>
                        <a:rPr lang="en-US" sz="1800" b="1" baseline="-25000">
                          <a:effectLst/>
                          <a:latin typeface="Times New Roman"/>
                          <a:ea typeface="SimSun"/>
                        </a:rPr>
                        <a:t>34</a:t>
                      </a:r>
                      <a:r>
                        <a:rPr lang="en-US" sz="1800" b="1">
                          <a:effectLst/>
                          <a:latin typeface="Times New Roman"/>
                          <a:ea typeface="SimSun"/>
                        </a:rPr>
                        <a:t> I</a:t>
                      </a:r>
                      <a:r>
                        <a:rPr lang="en-US" sz="1800" b="1" baseline="-25000">
                          <a:effectLst/>
                          <a:latin typeface="Times New Roman"/>
                          <a:ea typeface="SimSun"/>
                        </a:rPr>
                        <a:t>32</a:t>
                      </a:r>
                      <a:r>
                        <a:rPr lang="en-US" sz="1800" b="1">
                          <a:effectLst/>
                          <a:latin typeface="Times New Roman"/>
                          <a:ea typeface="SimSun"/>
                        </a:rPr>
                        <a:t>]</a:t>
                      </a:r>
                      <a:endParaRPr lang="en-GB" sz="1800" b="1">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1">
                          <a:effectLst/>
                          <a:latin typeface="Times New Roman"/>
                          <a:ea typeface="SimSun"/>
                        </a:rPr>
                        <a:t>7</a:t>
                      </a:r>
                      <a:endParaRPr lang="en-GB" sz="1800" b="1">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a:effectLst/>
                          <a:latin typeface="Times New Roman"/>
                          <a:ea typeface="SimSun"/>
                        </a:rPr>
                        <a:t>H</a:t>
                      </a:r>
                      <a:r>
                        <a:rPr lang="en-US" sz="1800" b="1" baseline="-25000">
                          <a:effectLst/>
                          <a:latin typeface="Times New Roman"/>
                          <a:ea typeface="SimSun"/>
                        </a:rPr>
                        <a:t>37</a:t>
                      </a:r>
                      <a:endParaRPr lang="en-GB" sz="1800" b="1">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dirty="0">
                          <a:effectLst/>
                          <a:latin typeface="Times New Roman"/>
                          <a:ea typeface="SimSun"/>
                        </a:rPr>
                        <a:t>[E</a:t>
                      </a:r>
                      <a:r>
                        <a:rPr lang="en-US" sz="1800" b="1" baseline="-25000" dirty="0">
                          <a:effectLst/>
                          <a:latin typeface="Times New Roman"/>
                          <a:ea typeface="SimSun"/>
                        </a:rPr>
                        <a:t>73</a:t>
                      </a:r>
                      <a:r>
                        <a:rPr lang="en-US" sz="1800" b="1" dirty="0">
                          <a:effectLst/>
                          <a:latin typeface="Times New Roman"/>
                          <a:ea typeface="SimSun"/>
                        </a:rPr>
                        <a:t> F</a:t>
                      </a:r>
                      <a:r>
                        <a:rPr lang="en-US" sz="1800" b="1" baseline="-25000" dirty="0">
                          <a:effectLst/>
                          <a:latin typeface="Times New Roman"/>
                          <a:ea typeface="SimSun"/>
                        </a:rPr>
                        <a:t>86</a:t>
                      </a:r>
                      <a:r>
                        <a:rPr lang="en-US" sz="1800" b="1" dirty="0">
                          <a:effectLst/>
                          <a:latin typeface="Times New Roman"/>
                          <a:ea typeface="SimSun"/>
                        </a:rPr>
                        <a:t> J</a:t>
                      </a:r>
                      <a:r>
                        <a:rPr lang="en-US" sz="1800" b="1" baseline="-25000" dirty="0">
                          <a:effectLst/>
                          <a:latin typeface="Times New Roman"/>
                          <a:ea typeface="SimSun"/>
                        </a:rPr>
                        <a:t>46</a:t>
                      </a:r>
                      <a:r>
                        <a:rPr lang="en-US" sz="1800" b="1" dirty="0">
                          <a:effectLst/>
                          <a:latin typeface="Times New Roman"/>
                          <a:ea typeface="SimSun"/>
                        </a:rPr>
                        <a:t> K</a:t>
                      </a:r>
                      <a:r>
                        <a:rPr lang="en-US" sz="1800" b="1" baseline="-25000" dirty="0">
                          <a:effectLst/>
                          <a:latin typeface="Times New Roman"/>
                          <a:ea typeface="SimSun"/>
                        </a:rPr>
                        <a:t>31</a:t>
                      </a:r>
                      <a:r>
                        <a:rPr lang="en-US" sz="1800" b="1" dirty="0">
                          <a:effectLst/>
                          <a:latin typeface="Times New Roman"/>
                          <a:ea typeface="SimSun"/>
                        </a:rPr>
                        <a:t>]</a:t>
                      </a:r>
                      <a:endParaRPr lang="en-GB" sz="1800" b="1" dirty="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a:effectLst/>
                          <a:latin typeface="Times New Roman"/>
                          <a:ea typeface="SimSun"/>
                        </a:rPr>
                        <a:t>[A</a:t>
                      </a:r>
                      <a:r>
                        <a:rPr lang="en-US" sz="1800" b="1" baseline="-25000">
                          <a:effectLst/>
                          <a:latin typeface="Times New Roman"/>
                          <a:ea typeface="SimSun"/>
                        </a:rPr>
                        <a:t>40</a:t>
                      </a:r>
                      <a:r>
                        <a:rPr lang="en-US" sz="1800" b="1">
                          <a:effectLst/>
                          <a:latin typeface="Times New Roman"/>
                          <a:ea typeface="SimSun"/>
                        </a:rPr>
                        <a:t> B</a:t>
                      </a:r>
                      <a:r>
                        <a:rPr lang="en-US" sz="1800" b="1" baseline="-25000">
                          <a:effectLst/>
                          <a:latin typeface="Times New Roman"/>
                          <a:ea typeface="SimSun"/>
                        </a:rPr>
                        <a:t>28</a:t>
                      </a:r>
                      <a:r>
                        <a:rPr lang="en-US" sz="1800" b="1">
                          <a:effectLst/>
                          <a:latin typeface="Times New Roman"/>
                          <a:ea typeface="SimSun"/>
                        </a:rPr>
                        <a:t> C</a:t>
                      </a:r>
                      <a:r>
                        <a:rPr lang="en-US" sz="1800" b="1" baseline="-25000">
                          <a:effectLst/>
                          <a:latin typeface="Times New Roman"/>
                          <a:ea typeface="SimSun"/>
                        </a:rPr>
                        <a:t>30</a:t>
                      </a:r>
                      <a:r>
                        <a:rPr lang="en-US" sz="1800" b="1">
                          <a:effectLst/>
                          <a:latin typeface="Times New Roman"/>
                          <a:ea typeface="SimSun"/>
                        </a:rPr>
                        <a:t> G</a:t>
                      </a:r>
                      <a:r>
                        <a:rPr lang="en-US" sz="1800" b="1" baseline="-25000">
                          <a:effectLst/>
                          <a:latin typeface="Times New Roman"/>
                          <a:ea typeface="SimSun"/>
                        </a:rPr>
                        <a:t>30</a:t>
                      </a:r>
                      <a:r>
                        <a:rPr lang="en-US" sz="1800" b="1">
                          <a:effectLst/>
                          <a:latin typeface="Times New Roman"/>
                          <a:ea typeface="SimSun"/>
                        </a:rPr>
                        <a:t> D</a:t>
                      </a:r>
                      <a:r>
                        <a:rPr lang="en-US" sz="1800" b="1" baseline="-25000">
                          <a:effectLst/>
                          <a:latin typeface="Times New Roman"/>
                          <a:ea typeface="SimSun"/>
                        </a:rPr>
                        <a:t>34</a:t>
                      </a:r>
                      <a:r>
                        <a:rPr lang="en-US" sz="1800" b="1">
                          <a:effectLst/>
                          <a:latin typeface="Times New Roman"/>
                          <a:ea typeface="SimSun"/>
                        </a:rPr>
                        <a:t> I</a:t>
                      </a:r>
                      <a:r>
                        <a:rPr lang="en-US" sz="1800" b="1" baseline="-25000">
                          <a:effectLst/>
                          <a:latin typeface="Times New Roman"/>
                          <a:ea typeface="SimSun"/>
                        </a:rPr>
                        <a:t>32</a:t>
                      </a:r>
                      <a:r>
                        <a:rPr lang="en-US" sz="1800" b="1">
                          <a:effectLst/>
                          <a:latin typeface="Times New Roman"/>
                          <a:ea typeface="SimSun"/>
                        </a:rPr>
                        <a:t> H</a:t>
                      </a:r>
                      <a:r>
                        <a:rPr lang="en-US" sz="1800" b="1" baseline="-25000">
                          <a:effectLst/>
                          <a:latin typeface="Times New Roman"/>
                          <a:ea typeface="SimSun"/>
                        </a:rPr>
                        <a:t>37</a:t>
                      </a:r>
                      <a:r>
                        <a:rPr lang="en-US" sz="1800" b="1">
                          <a:effectLst/>
                          <a:latin typeface="Times New Roman"/>
                          <a:ea typeface="SimSun"/>
                        </a:rPr>
                        <a:t>]</a:t>
                      </a:r>
                      <a:endParaRPr lang="en-GB" sz="1800" b="1">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1">
                          <a:effectLst/>
                          <a:latin typeface="Times New Roman"/>
                          <a:ea typeface="SimSun"/>
                        </a:rPr>
                        <a:t>8</a:t>
                      </a:r>
                      <a:endParaRPr lang="en-GB" sz="1800" b="1">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a:effectLst/>
                          <a:latin typeface="Times New Roman"/>
                          <a:ea typeface="SimSun"/>
                        </a:rPr>
                        <a:t>K</a:t>
                      </a:r>
                      <a:r>
                        <a:rPr lang="en-US" sz="1800" b="1" baseline="-25000">
                          <a:effectLst/>
                          <a:latin typeface="Times New Roman"/>
                          <a:ea typeface="SimSun"/>
                        </a:rPr>
                        <a:t>31</a:t>
                      </a:r>
                      <a:endParaRPr lang="en-GB" sz="1800" b="1">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dirty="0">
                          <a:effectLst/>
                          <a:latin typeface="Times New Roman"/>
                          <a:ea typeface="SimSun"/>
                        </a:rPr>
                        <a:t>[E</a:t>
                      </a:r>
                      <a:r>
                        <a:rPr lang="en-US" sz="1800" b="1" baseline="-25000" dirty="0">
                          <a:effectLst/>
                          <a:latin typeface="Times New Roman"/>
                          <a:ea typeface="SimSun"/>
                        </a:rPr>
                        <a:t>73</a:t>
                      </a:r>
                      <a:r>
                        <a:rPr lang="en-US" sz="1800" b="1" dirty="0">
                          <a:effectLst/>
                          <a:latin typeface="Times New Roman"/>
                          <a:ea typeface="SimSun"/>
                        </a:rPr>
                        <a:t> F</a:t>
                      </a:r>
                      <a:r>
                        <a:rPr lang="en-US" sz="1800" b="1" baseline="-25000" dirty="0">
                          <a:effectLst/>
                          <a:latin typeface="Times New Roman"/>
                          <a:ea typeface="SimSun"/>
                        </a:rPr>
                        <a:t>86</a:t>
                      </a:r>
                      <a:r>
                        <a:rPr lang="en-US" sz="1800" b="1" dirty="0">
                          <a:effectLst/>
                          <a:latin typeface="Times New Roman"/>
                          <a:ea typeface="SimSun"/>
                        </a:rPr>
                        <a:t> J</a:t>
                      </a:r>
                      <a:r>
                        <a:rPr lang="en-US" sz="1800" b="1" baseline="-25000" dirty="0">
                          <a:effectLst/>
                          <a:latin typeface="Times New Roman"/>
                          <a:ea typeface="SimSun"/>
                        </a:rPr>
                        <a:t>46</a:t>
                      </a:r>
                      <a:r>
                        <a:rPr lang="en-US" sz="1800" b="1" dirty="0">
                          <a:effectLst/>
                          <a:latin typeface="Times New Roman"/>
                          <a:ea typeface="SimSun"/>
                        </a:rPr>
                        <a:t>]</a:t>
                      </a:r>
                      <a:endParaRPr lang="en-GB" sz="1800" b="1" dirty="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1" dirty="0">
                          <a:effectLst/>
                          <a:latin typeface="Times New Roman"/>
                          <a:ea typeface="SimSun"/>
                        </a:rPr>
                        <a:t>[A</a:t>
                      </a:r>
                      <a:r>
                        <a:rPr lang="en-US" sz="1800" b="1" baseline="-25000" dirty="0">
                          <a:effectLst/>
                          <a:latin typeface="Times New Roman"/>
                          <a:ea typeface="SimSun"/>
                        </a:rPr>
                        <a:t>40</a:t>
                      </a:r>
                      <a:r>
                        <a:rPr lang="en-US" sz="1800" b="1" dirty="0">
                          <a:effectLst/>
                          <a:latin typeface="Times New Roman"/>
                          <a:ea typeface="SimSun"/>
                        </a:rPr>
                        <a:t> B</a:t>
                      </a:r>
                      <a:r>
                        <a:rPr lang="en-US" sz="1800" b="1" baseline="-25000" dirty="0">
                          <a:effectLst/>
                          <a:latin typeface="Times New Roman"/>
                          <a:ea typeface="SimSun"/>
                        </a:rPr>
                        <a:t>28</a:t>
                      </a:r>
                      <a:r>
                        <a:rPr lang="en-US" sz="1800" b="1" dirty="0">
                          <a:effectLst/>
                          <a:latin typeface="Times New Roman"/>
                          <a:ea typeface="SimSun"/>
                        </a:rPr>
                        <a:t> C</a:t>
                      </a:r>
                      <a:r>
                        <a:rPr lang="en-US" sz="1800" b="1" baseline="-25000" dirty="0">
                          <a:effectLst/>
                          <a:latin typeface="Times New Roman"/>
                          <a:ea typeface="SimSun"/>
                        </a:rPr>
                        <a:t>30</a:t>
                      </a:r>
                      <a:r>
                        <a:rPr lang="en-US" sz="1800" b="1" dirty="0">
                          <a:effectLst/>
                          <a:latin typeface="Times New Roman"/>
                          <a:ea typeface="SimSun"/>
                        </a:rPr>
                        <a:t> G</a:t>
                      </a:r>
                      <a:r>
                        <a:rPr lang="en-US" sz="1800" b="1" baseline="-25000" dirty="0">
                          <a:effectLst/>
                          <a:latin typeface="Times New Roman"/>
                          <a:ea typeface="SimSun"/>
                        </a:rPr>
                        <a:t>30</a:t>
                      </a:r>
                      <a:r>
                        <a:rPr lang="en-US" sz="1800" b="1" dirty="0">
                          <a:effectLst/>
                          <a:latin typeface="Times New Roman"/>
                          <a:ea typeface="SimSun"/>
                        </a:rPr>
                        <a:t> D</a:t>
                      </a:r>
                      <a:r>
                        <a:rPr lang="en-US" sz="1800" b="1" baseline="-25000" dirty="0">
                          <a:effectLst/>
                          <a:latin typeface="Times New Roman"/>
                          <a:ea typeface="SimSun"/>
                        </a:rPr>
                        <a:t>34</a:t>
                      </a:r>
                      <a:r>
                        <a:rPr lang="en-US" sz="1800" b="1" dirty="0">
                          <a:effectLst/>
                          <a:latin typeface="Times New Roman"/>
                          <a:ea typeface="SimSun"/>
                        </a:rPr>
                        <a:t> I</a:t>
                      </a:r>
                      <a:r>
                        <a:rPr lang="en-US" sz="1800" b="1" baseline="-25000" dirty="0">
                          <a:effectLst/>
                          <a:latin typeface="Times New Roman"/>
                          <a:ea typeface="SimSun"/>
                        </a:rPr>
                        <a:t>32</a:t>
                      </a:r>
                      <a:r>
                        <a:rPr lang="en-US" sz="1800" b="1" dirty="0">
                          <a:effectLst/>
                          <a:latin typeface="Times New Roman"/>
                          <a:ea typeface="SimSun"/>
                        </a:rPr>
                        <a:t> H</a:t>
                      </a:r>
                      <a:r>
                        <a:rPr lang="en-US" sz="1800" b="1" baseline="-25000" dirty="0">
                          <a:effectLst/>
                          <a:latin typeface="Times New Roman"/>
                          <a:ea typeface="SimSun"/>
                        </a:rPr>
                        <a:t>37</a:t>
                      </a:r>
                      <a:r>
                        <a:rPr lang="en-US" sz="1800" b="1" dirty="0">
                          <a:effectLst/>
                          <a:latin typeface="Times New Roman"/>
                          <a:ea typeface="SimSun"/>
                        </a:rPr>
                        <a:t> K</a:t>
                      </a:r>
                      <a:r>
                        <a:rPr lang="en-US" sz="1800" b="1" baseline="-25000" dirty="0">
                          <a:effectLst/>
                          <a:latin typeface="Times New Roman"/>
                          <a:ea typeface="SimSun"/>
                        </a:rPr>
                        <a:t>31</a:t>
                      </a:r>
                      <a:r>
                        <a:rPr lang="en-US" sz="1800" b="1" dirty="0">
                          <a:effectLst/>
                          <a:latin typeface="Times New Roman"/>
                          <a:ea typeface="SimSun"/>
                        </a:rPr>
                        <a:t>]</a:t>
                      </a:r>
                      <a:endParaRPr lang="en-GB" sz="1800" b="1" dirty="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3" name="Rectangle 2"/>
          <p:cNvSpPr/>
          <p:nvPr/>
        </p:nvSpPr>
        <p:spPr>
          <a:xfrm>
            <a:off x="971600" y="5445224"/>
            <a:ext cx="3644203" cy="369332"/>
          </a:xfrm>
          <a:prstGeom prst="rect">
            <a:avLst/>
          </a:prstGeom>
        </p:spPr>
        <p:txBody>
          <a:bodyPr wrap="none">
            <a:spAutoFit/>
          </a:bodyPr>
          <a:lstStyle/>
          <a:p>
            <a:r>
              <a:rPr lang="en-US" dirty="0"/>
              <a:t>PATH </a:t>
            </a:r>
            <a:r>
              <a:rPr lang="en-US" dirty="0" smtClean="0"/>
              <a:t> solution: </a:t>
            </a:r>
            <a:r>
              <a:rPr lang="en-US" dirty="0"/>
              <a:t>A </a:t>
            </a:r>
            <a:r>
              <a:rPr lang="en-US" dirty="0">
                <a:sym typeface="Symbol"/>
              </a:rPr>
              <a:t></a:t>
            </a:r>
            <a:r>
              <a:rPr lang="en-US" dirty="0"/>
              <a:t>C </a:t>
            </a:r>
            <a:r>
              <a:rPr lang="en-US" dirty="0">
                <a:sym typeface="Symbol"/>
              </a:rPr>
              <a:t></a:t>
            </a:r>
            <a:r>
              <a:rPr lang="en-US" dirty="0"/>
              <a:t> G </a:t>
            </a:r>
            <a:r>
              <a:rPr lang="en-US" dirty="0">
                <a:sym typeface="Symbol"/>
              </a:rPr>
              <a:t></a:t>
            </a:r>
            <a:r>
              <a:rPr lang="en-US" dirty="0"/>
              <a:t> H </a:t>
            </a:r>
            <a:r>
              <a:rPr lang="en-US" dirty="0">
                <a:sym typeface="Symbol"/>
              </a:rPr>
              <a:t></a:t>
            </a:r>
            <a:r>
              <a:rPr lang="en-US" dirty="0"/>
              <a:t> K.</a:t>
            </a:r>
            <a:endParaRPr lang="en-GB" dirty="0"/>
          </a:p>
        </p:txBody>
      </p:sp>
    </p:spTree>
    <p:extLst>
      <p:ext uri="{BB962C8B-B14F-4D97-AF65-F5344CB8AC3E}">
        <p14:creationId xmlns:p14="http://schemas.microsoft.com/office/powerpoint/2010/main" val="2842376863"/>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20766</TotalTime>
  <Words>499</Words>
  <Application>Microsoft Office PowerPoint</Application>
  <PresentationFormat>On-screen Show (4:3)</PresentationFormat>
  <Paragraphs>89</Paragraphs>
  <Slides>7</Slides>
  <Notes>0</Notes>
  <HiddenSlides>0</HiddenSlides>
  <MMClips>0</MMClips>
  <ScaleCrop>false</ScaleCrop>
  <HeadingPairs>
    <vt:vector size="4" baseType="variant">
      <vt:variant>
        <vt:lpstr>Theme</vt:lpstr>
      </vt:variant>
      <vt:variant>
        <vt:i4>2</vt:i4>
      </vt:variant>
      <vt:variant>
        <vt:lpstr>Slide Titles</vt:lpstr>
      </vt:variant>
      <vt:variant>
        <vt:i4>7</vt:i4>
      </vt:variant>
    </vt:vector>
  </HeadingPairs>
  <TitlesOfParts>
    <vt:vector size="9" baseType="lpstr">
      <vt:lpstr>Office Theme</vt:lpstr>
      <vt:lpstr>Adjacency</vt:lpstr>
      <vt:lpstr>PowerPoint Presentation</vt:lpstr>
      <vt:lpstr>A* algorithm</vt:lpstr>
      <vt:lpstr> A* Algorithm: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By lec.Najwan Abed</dc:title>
  <dc:creator>najtena2003@outlook.com</dc:creator>
  <cp:lastModifiedBy>Maher</cp:lastModifiedBy>
  <cp:revision>27</cp:revision>
  <dcterms:created xsi:type="dcterms:W3CDTF">2020-03-18T20:17:23Z</dcterms:created>
  <dcterms:modified xsi:type="dcterms:W3CDTF">2022-01-22T21:43:13Z</dcterms:modified>
</cp:coreProperties>
</file>